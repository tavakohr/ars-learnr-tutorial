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845" r:id="rId4"/>
  </p:sldMasterIdLst>
  <p:notesMasterIdLst>
    <p:notesMasterId r:id="rId6"/>
  </p:notesMasterIdLst>
  <p:handoutMasterIdLst>
    <p:handoutMasterId r:id="rId7"/>
  </p:handoutMasterIdLst>
  <p:sldIdLst>
    <p:sldId id="301" r:id="rId101"/>
    <p:sldId id="302" r:id="rId102"/>
    <p:sldId id="303" r:id="rId103"/>
    <p:sldId id="304" r:id="rId104"/>
    <p:sldId id="305" r:id="rId105"/>
    <p:sldId id="306" r:id="rId106"/>
    <p:sldId id="307" r:id="rId107"/>
    <p:sldId id="308" r:id="rId108"/>
    <p:sldId id="309" r:id="rId109"/>
    <p:sldId id="310" r:id="rId110"/>
    <p:sldId id="311" r:id="rId111"/>
    <p:sldId id="312" r:id="rId112"/>
    <p:sldId id="313" r:id="rId113"/>
    <p:sldId id="314" r:id="rId114"/>
    <p:sldId id="315" r:id="rId115"/>
    <p:sldId id="316" r:id="rId116"/>
    <p:sldId id="317" r:id="rId117"/>
    <p:sldId id="318" r:id="rId118"/>
    <p:sldId id="319" r:id="rId119"/>
    <p:sldId id="320" r:id="rId120"/>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guide id="3" orient="horz" pos="593">
          <p15:clr>
            <a:srgbClr val="A4A3A4"/>
          </p15:clr>
        </p15:guide>
        <p15:guide id="4" orient="horz" pos="660">
          <p15:clr>
            <a:srgbClr val="A4A3A4"/>
          </p15:clr>
        </p15:guide>
        <p15:guide id="5" orient="horz" pos="2916">
          <p15:clr>
            <a:srgbClr val="A4A3A4"/>
          </p15:clr>
        </p15:guide>
        <p15:guide id="6" pos="293">
          <p15:clr>
            <a:srgbClr val="A4A3A4"/>
          </p15:clr>
        </p15:guide>
        <p15:guide id="7" pos="144">
          <p15:clr>
            <a:srgbClr val="A4A3A4"/>
          </p15:clr>
        </p15:guide>
        <p15:guide id="8" pos="5467">
          <p15:clr>
            <a:srgbClr val="A4A3A4"/>
          </p15:clr>
        </p15:guide>
        <p15:guide id="9" pos="5616">
          <p15:clr>
            <a:srgbClr val="A4A3A4"/>
          </p15:clr>
        </p15:guide>
        <p15:guide id="10" pos="2794">
          <p15:clr>
            <a:srgbClr val="A4A3A4"/>
          </p15:clr>
        </p15:guide>
        <p15:guide id="11" pos="296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27272"/>
    <a:srgbClr val="128474"/>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256" autoAdjust="0"/>
    <p:restoredTop sz="94660"/>
  </p:normalViewPr>
  <p:slideViewPr>
    <p:cSldViewPr snapToGrid="0" snapToObjects="1">
      <p:cViewPr varScale="1">
        <p:scale>
          <a:sx n="103" d="100"/>
          <a:sy n="103" d="100"/>
        </p:scale>
        <p:origin x="614" y="77"/>
      </p:cViewPr>
      <p:guideLst>
        <p:guide orient="horz" pos="1620"/>
        <p:guide pos="2880"/>
        <p:guide orient="horz" pos="593"/>
        <p:guide orient="horz" pos="660"/>
        <p:guide orient="horz" pos="2916"/>
        <p:guide pos="293"/>
        <p:guide pos="144"/>
        <p:guide pos="5467"/>
        <p:guide pos="5616"/>
        <p:guide pos="2794"/>
        <p:guide pos="2966"/>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handoutMaster" Target="handoutMasters/handoutMaster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ableStyles" Target="tableStyles.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 Id="rId101" Type="http://schemas.openxmlformats.org/officeDocument/2006/relationships/slide" Target="slides/slide1.xml"/><Relationship Id="rId102" Type="http://schemas.openxmlformats.org/officeDocument/2006/relationships/slide" Target="slides/slide2.xml"/><Relationship Id="rId103" Type="http://schemas.openxmlformats.org/officeDocument/2006/relationships/slide" Target="slides/slide3.xml"/><Relationship Id="rId104" Type="http://schemas.openxmlformats.org/officeDocument/2006/relationships/slide" Target="slides/slide4.xml"/><Relationship Id="rId105" Type="http://schemas.openxmlformats.org/officeDocument/2006/relationships/slide" Target="slides/slide5.xml"/><Relationship Id="rId106" Type="http://schemas.openxmlformats.org/officeDocument/2006/relationships/slide" Target="slides/slide6.xml"/><Relationship Id="rId107" Type="http://schemas.openxmlformats.org/officeDocument/2006/relationships/slide" Target="slides/slide7.xml"/><Relationship Id="rId108" Type="http://schemas.openxmlformats.org/officeDocument/2006/relationships/slide" Target="slides/slide8.xml"/><Relationship Id="rId109" Type="http://schemas.openxmlformats.org/officeDocument/2006/relationships/slide" Target="slides/slide9.xml"/><Relationship Id="rId110" Type="http://schemas.openxmlformats.org/officeDocument/2006/relationships/slide" Target="slides/slide10.xml"/><Relationship Id="rId111" Type="http://schemas.openxmlformats.org/officeDocument/2006/relationships/slide" Target="slides/slide11.xml"/><Relationship Id="rId112" Type="http://schemas.openxmlformats.org/officeDocument/2006/relationships/slide" Target="slides/slide12.xml"/><Relationship Id="rId113" Type="http://schemas.openxmlformats.org/officeDocument/2006/relationships/slide" Target="slides/slide13.xml"/><Relationship Id="rId114" Type="http://schemas.openxmlformats.org/officeDocument/2006/relationships/slide" Target="slides/slide14.xml"/><Relationship Id="rId115" Type="http://schemas.openxmlformats.org/officeDocument/2006/relationships/slide" Target="slides/slide15.xml"/><Relationship Id="rId116" Type="http://schemas.openxmlformats.org/officeDocument/2006/relationships/slide" Target="slides/slide16.xml"/><Relationship Id="rId117" Type="http://schemas.openxmlformats.org/officeDocument/2006/relationships/slide" Target="slides/slide17.xml"/><Relationship Id="rId118" Type="http://schemas.openxmlformats.org/officeDocument/2006/relationships/slide" Target="slides/slide18.xml"/><Relationship Id="rId119" Type="http://schemas.openxmlformats.org/officeDocument/2006/relationships/slide" Target="slides/slide19.xml"/><Relationship Id="rId120" Type="http://schemas.openxmlformats.org/officeDocument/2006/relationships/slide" Target="slides/slide2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5D4D1035-2F3C-414E-9180-86B44CF47E12}" type="datetime1">
              <a:rPr lang="en-GB" smtClean="0"/>
              <a:t>06/07/2026</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C79E070-5B5F-0144-9454-6973B6F416A2}" type="slidenum">
              <a:rPr lang="en-US" smtClean="0"/>
              <a:t>‹#›</a:t>
            </a:fld>
            <a:endParaRPr lang="en-US" dirty="0"/>
          </a:p>
        </p:txBody>
      </p:sp>
    </p:spTree>
    <p:extLst>
      <p:ext uri="{BB962C8B-B14F-4D97-AF65-F5344CB8AC3E}">
        <p14:creationId xmlns:p14="http://schemas.microsoft.com/office/powerpoint/2010/main" val="117782156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1638311-480D-2E4A-AAC8-FDF7922DA89F}" type="datetime1">
              <a:rPr lang="en-GB" smtClean="0"/>
              <a:t>06/07/2026</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96BED6E-1198-324D-839C-0CF1B13B57FB}" type="slidenum">
              <a:rPr lang="en-US" smtClean="0"/>
              <a:t>‹#›</a:t>
            </a:fld>
            <a:endParaRPr lang="en-US" dirty="0"/>
          </a:p>
        </p:txBody>
      </p:sp>
    </p:spTree>
    <p:extLst>
      <p:ext uri="{BB962C8B-B14F-4D97-AF65-F5344CB8AC3E}">
        <p14:creationId xmlns:p14="http://schemas.microsoft.com/office/powerpoint/2010/main" val="1551603394"/>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ctr">
              <a:spcBef>
                <a:spcPts val="750"/>
              </a:spcBef>
              <a:buFont typeface="Arial" panose="020B0604020202020204" pitchFamily="34" charset="0"/>
              <a:buNone/>
            </a:pPr>
            <a:endParaRPr lang="en-US" sz="1200" dirty="0">
              <a:solidFill>
                <a:srgbClr val="001D35"/>
              </a:solidFill>
              <a:latin typeface="Google Sans"/>
            </a:endParaRPr>
          </a:p>
          <a:p>
            <a:endParaRPr lang="en-US" dirty="0"/>
          </a:p>
        </p:txBody>
      </p:sp>
      <p:sp>
        <p:nvSpPr>
          <p:cNvPr id="4" name="Slide Number Placeholder 3"/>
          <p:cNvSpPr>
            <a:spLocks noGrp="1"/>
          </p:cNvSpPr>
          <p:nvPr>
            <p:ph type="sldNum" sz="quarter" idx="5"/>
          </p:nvPr>
        </p:nvSpPr>
        <p:spPr/>
        <p:txBody>
          <a:bodyPr/>
          <a:lstStyle/>
          <a:p>
            <a:fld id="{E96BED6E-1198-324D-839C-0CF1B13B57FB}" type="slidenum">
              <a:rPr lang="en-US" smtClean="0"/>
              <a:t>0</a:t>
            </a:fld>
            <a:endParaRPr lang="en-US" dirty="0"/>
          </a:p>
        </p:txBody>
      </p:sp>
    </p:spTree>
    <p:extLst>
      <p:ext uri="{BB962C8B-B14F-4D97-AF65-F5344CB8AC3E}">
        <p14:creationId xmlns:p14="http://schemas.microsoft.com/office/powerpoint/2010/main" val="64127898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hyperlink" Target="https://www.facebook.com/icon.plc.profile" TargetMode="External"/><Relationship Id="rId7" Type="http://schemas.openxmlformats.org/officeDocument/2006/relationships/hyperlink" Target="https://www.linkedin.com/company/icon-plc-2" TargetMode="External"/><Relationship Id="rId12" Type="http://schemas.openxmlformats.org/officeDocument/2006/relationships/image" Target="../media/image12.png"/><Relationship Id="rId2" Type="http://schemas.openxmlformats.org/officeDocument/2006/relationships/image" Target="../media/image7.emf"/><Relationship Id="rId1" Type="http://schemas.openxmlformats.org/officeDocument/2006/relationships/slideMaster" Target="../slideMasters/slideMaster1.xml"/><Relationship Id="rId6" Type="http://schemas.openxmlformats.org/officeDocument/2006/relationships/image" Target="../media/image9.png"/><Relationship Id="rId11" Type="http://schemas.openxmlformats.org/officeDocument/2006/relationships/hyperlink" Target="https://plus.google.com/+Iconplc1/posts" TargetMode="External"/><Relationship Id="rId5" Type="http://schemas.openxmlformats.org/officeDocument/2006/relationships/hyperlink" Target="https://twitter.com/iconplc" TargetMode="External"/><Relationship Id="rId10" Type="http://schemas.openxmlformats.org/officeDocument/2006/relationships/image" Target="../media/image11.png"/><Relationship Id="rId4" Type="http://schemas.openxmlformats.org/officeDocument/2006/relationships/image" Target="../media/image8.png"/><Relationship Id="rId9" Type="http://schemas.openxmlformats.org/officeDocument/2006/relationships/hyperlink" Target="https://www.youtube.com/user/ICONPlc" TargetMode="External"/></Relationships>
</file>

<file path=ppt/slideLayouts/_rels/slideLayout26.xml.rels><?xml version="1.0" encoding="UTF-8" standalone="yes"?>
<Relationships xmlns="http://schemas.openxmlformats.org/package/2006/relationships"><Relationship Id="rId8" Type="http://schemas.openxmlformats.org/officeDocument/2006/relationships/hyperlink" Target="https://www.linkedin.com/company/icon-plc-2" TargetMode="External"/><Relationship Id="rId13" Type="http://schemas.openxmlformats.org/officeDocument/2006/relationships/image" Target="../media/image12.png"/><Relationship Id="rId3" Type="http://schemas.openxmlformats.org/officeDocument/2006/relationships/image" Target="../media/image14.png"/><Relationship Id="rId7" Type="http://schemas.openxmlformats.org/officeDocument/2006/relationships/image" Target="../media/image9.png"/><Relationship Id="rId12" Type="http://schemas.openxmlformats.org/officeDocument/2006/relationships/hyperlink" Target="https://plus.google.com/+Iconplc1/posts" TargetMode="External"/><Relationship Id="rId2" Type="http://schemas.openxmlformats.org/officeDocument/2006/relationships/image" Target="../media/image13.emf"/><Relationship Id="rId1" Type="http://schemas.openxmlformats.org/officeDocument/2006/relationships/slideMaster" Target="../slideMasters/slideMaster1.xml"/><Relationship Id="rId6" Type="http://schemas.openxmlformats.org/officeDocument/2006/relationships/hyperlink" Target="https://twitter.com/iconplc" TargetMode="External"/><Relationship Id="rId11" Type="http://schemas.openxmlformats.org/officeDocument/2006/relationships/image" Target="../media/image11.png"/><Relationship Id="rId5" Type="http://schemas.openxmlformats.org/officeDocument/2006/relationships/image" Target="../media/image8.png"/><Relationship Id="rId10" Type="http://schemas.openxmlformats.org/officeDocument/2006/relationships/hyperlink" Target="https://www.youtube.com/user/ICONPlc" TargetMode="External"/><Relationship Id="rId4" Type="http://schemas.openxmlformats.org/officeDocument/2006/relationships/hyperlink" Target="https://www.facebook.com/icon.plc.profile" TargetMode="External"/><Relationship Id="rId9" Type="http://schemas.openxmlformats.org/officeDocument/2006/relationships/image" Target="../media/image10.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Slide">
    <p:bg>
      <p:bgPr>
        <a:solidFill>
          <a:schemeClr val="accent1"/>
        </a:solidFill>
        <a:effectLst/>
      </p:bgPr>
    </p:bg>
    <p:spTree>
      <p:nvGrpSpPr>
        <p:cNvPr id="1" name=""/>
        <p:cNvGrpSpPr/>
        <p:nvPr/>
      </p:nvGrpSpPr>
      <p:grpSpPr>
        <a:xfrm>
          <a:off x="0" y="0"/>
          <a:ext cx="0" cy="0"/>
          <a:chOff x="0" y="0"/>
          <a:chExt cx="0" cy="0"/>
        </a:xfrm>
      </p:grpSpPr>
      <p:sp>
        <p:nvSpPr>
          <p:cNvPr id="6" name="Picture Placeholder 21"/>
          <p:cNvSpPr>
            <a:spLocks noGrp="1"/>
          </p:cNvSpPr>
          <p:nvPr>
            <p:ph type="pic" sz="quarter" idx="10" hasCustomPrompt="1"/>
          </p:nvPr>
        </p:nvSpPr>
        <p:spPr>
          <a:xfrm>
            <a:off x="471438" y="555526"/>
            <a:ext cx="3797304" cy="3797302"/>
          </a:xfrm>
          <a:prstGeom prst="ellipse">
            <a:avLst/>
          </a:prstGeom>
          <a:ln>
            <a:noFill/>
          </a:ln>
        </p:spPr>
        <p:txBody>
          <a:bodyPr anchor="t">
            <a:normAutofit/>
          </a:bodyPr>
          <a:lstStyle>
            <a:lvl1pPr marL="0" indent="0" algn="ctr">
              <a:buNone/>
              <a:defRPr sz="1300" baseline="0">
                <a:solidFill>
                  <a:schemeClr val="bg1"/>
                </a:solidFill>
              </a:defRPr>
            </a:lvl1pPr>
          </a:lstStyle>
          <a:p>
            <a:r>
              <a:rPr lang="en-US" dirty="0"/>
              <a:t>Insert Picture</a:t>
            </a:r>
          </a:p>
        </p:txBody>
      </p:sp>
      <p:sp>
        <p:nvSpPr>
          <p:cNvPr id="8" name="Title 7"/>
          <p:cNvSpPr>
            <a:spLocks noGrp="1"/>
          </p:cNvSpPr>
          <p:nvPr>
            <p:ph type="title"/>
          </p:nvPr>
        </p:nvSpPr>
        <p:spPr>
          <a:xfrm>
            <a:off x="4601470" y="1749468"/>
            <a:ext cx="4111150" cy="949938"/>
          </a:xfrm>
          <a:prstGeom prst="rect">
            <a:avLst/>
          </a:prstGeom>
        </p:spPr>
        <p:txBody>
          <a:bodyPr/>
          <a:lstStyle>
            <a:lvl1pPr>
              <a:defRPr sz="2000"/>
            </a:lvl1pPr>
          </a:lstStyle>
          <a:p>
            <a:r>
              <a:rPr lang="en-US" dirty="0"/>
              <a:t>Click to edit Master title style</a:t>
            </a:r>
            <a:endParaRPr lang="en-GB" dirty="0"/>
          </a:p>
        </p:txBody>
      </p:sp>
      <p:sp>
        <p:nvSpPr>
          <p:cNvPr id="10" name="Text Placeholder 9"/>
          <p:cNvSpPr>
            <a:spLocks noGrp="1"/>
          </p:cNvSpPr>
          <p:nvPr>
            <p:ph type="body" sz="quarter" idx="11"/>
          </p:nvPr>
        </p:nvSpPr>
        <p:spPr>
          <a:xfrm>
            <a:off x="4601470" y="2716213"/>
            <a:ext cx="4100286" cy="576262"/>
          </a:xfrm>
          <a:prstGeom prst="rect">
            <a:avLst/>
          </a:prstGeom>
        </p:spPr>
        <p:txBody>
          <a:bodyPr/>
          <a:lstStyle>
            <a:lvl1pPr marL="0" indent="0">
              <a:buNone/>
              <a:defRPr sz="1400">
                <a:solidFill>
                  <a:schemeClr val="bg1"/>
                </a:solidFill>
              </a:defRPr>
            </a:lvl1pPr>
          </a:lstStyle>
          <a:p>
            <a:pPr lvl="0"/>
            <a:endParaRPr lang="en-GB" dirty="0"/>
          </a:p>
        </p:txBody>
      </p:sp>
      <p:pic>
        <p:nvPicPr>
          <p:cNvPr id="9" name="Picture 8"/>
          <p:cNvPicPr>
            <a:picLocks noChangeAspect="1"/>
          </p:cNvPicPr>
          <p:nvPr userDrawn="1"/>
        </p:nvPicPr>
        <p:blipFill>
          <a:blip r:embed="rId2"/>
          <a:stretch>
            <a:fillRect/>
          </a:stretch>
        </p:blipFill>
        <p:spPr>
          <a:xfrm>
            <a:off x="8067680" y="199380"/>
            <a:ext cx="791668" cy="334507"/>
          </a:xfrm>
          <a:prstGeom prst="rect">
            <a:avLst/>
          </a:prstGeom>
        </p:spPr>
      </p:pic>
    </p:spTree>
    <p:extLst>
      <p:ext uri="{BB962C8B-B14F-4D97-AF65-F5344CB8AC3E}">
        <p14:creationId xmlns:p14="http://schemas.microsoft.com/office/powerpoint/2010/main" val="40125219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hapter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048465" y="1310969"/>
            <a:ext cx="4761785" cy="2703871"/>
          </a:xfrm>
        </p:spPr>
        <p:txBody>
          <a:bodyPr>
            <a:noAutofit/>
          </a:bodyPr>
          <a:lstStyle>
            <a:lvl1pPr>
              <a:defRPr sz="2800"/>
            </a:lvl1pPr>
          </a:lstStyle>
          <a:p>
            <a:r>
              <a:rPr lang="en-US" dirty="0"/>
              <a:t>Click to edit Chapter title</a:t>
            </a:r>
            <a:endParaRPr lang="en-GB" dirty="0"/>
          </a:p>
        </p:txBody>
      </p:sp>
      <p:sp>
        <p:nvSpPr>
          <p:cNvPr id="3" name="Slide Number Placeholder 2"/>
          <p:cNvSpPr>
            <a:spLocks noGrp="1"/>
          </p:cNvSpPr>
          <p:nvPr>
            <p:ph type="sldNum" sz="quarter" idx="10"/>
          </p:nvPr>
        </p:nvSpPr>
        <p:spPr/>
        <p:txBody>
          <a:bodyPr/>
          <a:lstStyle>
            <a:lvl1pPr>
              <a:defRPr>
                <a:solidFill>
                  <a:schemeClr val="bg1"/>
                </a:solidFill>
              </a:defRPr>
            </a:lvl1pPr>
          </a:lstStyle>
          <a:p>
            <a:fld id="{9006A104-EB2E-4D2A-BC7D-4B0E21063193}" type="slidenum">
              <a:rPr lang="en-GB" smtClean="0"/>
              <a:pPr/>
              <a:t>‹#›</a:t>
            </a:fld>
            <a:endParaRPr lang="en-GB" dirty="0"/>
          </a:p>
        </p:txBody>
      </p:sp>
    </p:spTree>
    <p:extLst>
      <p:ext uri="{BB962C8B-B14F-4D97-AF65-F5344CB8AC3E}">
        <p14:creationId xmlns:p14="http://schemas.microsoft.com/office/powerpoint/2010/main" val="24597657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Presenter Slide">
    <p:spTree>
      <p:nvGrpSpPr>
        <p:cNvPr id="1" name=""/>
        <p:cNvGrpSpPr/>
        <p:nvPr/>
      </p:nvGrpSpPr>
      <p:grpSpPr>
        <a:xfrm>
          <a:off x="0" y="0"/>
          <a:ext cx="0" cy="0"/>
          <a:chOff x="0" y="0"/>
          <a:chExt cx="0" cy="0"/>
        </a:xfrm>
      </p:grpSpPr>
      <p:sp>
        <p:nvSpPr>
          <p:cNvPr id="9" name="Oval 8"/>
          <p:cNvSpPr/>
          <p:nvPr userDrawn="1"/>
        </p:nvSpPr>
        <p:spPr>
          <a:xfrm>
            <a:off x="5192410" y="1455427"/>
            <a:ext cx="2410226" cy="241022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Picture Placeholder 21"/>
          <p:cNvSpPr>
            <a:spLocks noGrp="1"/>
          </p:cNvSpPr>
          <p:nvPr>
            <p:ph type="pic" sz="quarter" idx="10" hasCustomPrompt="1"/>
          </p:nvPr>
        </p:nvSpPr>
        <p:spPr>
          <a:xfrm>
            <a:off x="5275453" y="1539837"/>
            <a:ext cx="2242942" cy="2242942"/>
          </a:xfrm>
          <a:prstGeom prst="ellipse">
            <a:avLst/>
          </a:prstGeom>
          <a:ln>
            <a:noFill/>
          </a:ln>
        </p:spPr>
        <p:txBody>
          <a:bodyPr anchor="t">
            <a:normAutofit/>
          </a:bodyPr>
          <a:lstStyle>
            <a:lvl1pPr marL="0" indent="0" algn="ctr">
              <a:buNone/>
              <a:defRPr sz="1300" baseline="0">
                <a:solidFill>
                  <a:schemeClr val="bg1"/>
                </a:solidFill>
              </a:defRPr>
            </a:lvl1pPr>
          </a:lstStyle>
          <a:p>
            <a:r>
              <a:rPr lang="en-US" dirty="0"/>
              <a:t>Insert Picture</a:t>
            </a:r>
          </a:p>
        </p:txBody>
      </p:sp>
      <p:sp>
        <p:nvSpPr>
          <p:cNvPr id="11" name="Text Placeholder 13"/>
          <p:cNvSpPr>
            <a:spLocks noGrp="1"/>
          </p:cNvSpPr>
          <p:nvPr>
            <p:ph type="body" sz="quarter" idx="12" hasCustomPrompt="1"/>
          </p:nvPr>
        </p:nvSpPr>
        <p:spPr>
          <a:xfrm>
            <a:off x="1409029" y="2843165"/>
            <a:ext cx="2891723" cy="368709"/>
          </a:xfrm>
          <a:prstGeom prst="rect">
            <a:avLst/>
          </a:prstGeom>
        </p:spPr>
        <p:txBody>
          <a:bodyPr vert="horz" anchor="t">
            <a:noAutofit/>
          </a:bodyPr>
          <a:lstStyle>
            <a:lvl1pPr marL="0" indent="0">
              <a:lnSpc>
                <a:spcPct val="100000"/>
              </a:lnSpc>
              <a:spcBef>
                <a:spcPts val="0"/>
              </a:spcBef>
              <a:spcAft>
                <a:spcPts val="0"/>
              </a:spcAft>
              <a:buNone/>
              <a:defRPr sz="1600" b="0" baseline="0">
                <a:solidFill>
                  <a:schemeClr val="accent1"/>
                </a:solidFill>
                <a:latin typeface="Arial"/>
                <a:cs typeface="Arial"/>
              </a:defRPr>
            </a:lvl1pPr>
          </a:lstStyle>
          <a:p>
            <a:pPr lvl="0"/>
            <a:r>
              <a:rPr lang="en-US" dirty="0"/>
              <a:t>Presenter’s name</a:t>
            </a:r>
          </a:p>
        </p:txBody>
      </p:sp>
      <p:sp>
        <p:nvSpPr>
          <p:cNvPr id="12" name="Text Placeholder 13"/>
          <p:cNvSpPr>
            <a:spLocks noGrp="1"/>
          </p:cNvSpPr>
          <p:nvPr>
            <p:ph type="body" sz="quarter" idx="13" hasCustomPrompt="1"/>
          </p:nvPr>
        </p:nvSpPr>
        <p:spPr>
          <a:xfrm>
            <a:off x="1409029" y="3310159"/>
            <a:ext cx="2891723" cy="762038"/>
          </a:xfrm>
          <a:prstGeom prst="rect">
            <a:avLst/>
          </a:prstGeom>
        </p:spPr>
        <p:txBody>
          <a:bodyPr vert="horz" anchor="t">
            <a:noAutofit/>
          </a:bodyPr>
          <a:lstStyle>
            <a:lvl1pPr marL="0" indent="0">
              <a:lnSpc>
                <a:spcPct val="100000"/>
              </a:lnSpc>
              <a:spcBef>
                <a:spcPts val="0"/>
              </a:spcBef>
              <a:spcAft>
                <a:spcPts val="0"/>
              </a:spcAft>
              <a:buNone/>
              <a:defRPr sz="1050" b="0" baseline="0">
                <a:solidFill>
                  <a:schemeClr val="accent1"/>
                </a:solidFill>
                <a:latin typeface="Arial"/>
                <a:cs typeface="Arial"/>
              </a:defRPr>
            </a:lvl1pPr>
          </a:lstStyle>
          <a:p>
            <a:pPr lvl="0"/>
            <a:r>
              <a:rPr lang="en-US" dirty="0"/>
              <a:t>Job title</a:t>
            </a:r>
          </a:p>
        </p:txBody>
      </p:sp>
      <p:cxnSp>
        <p:nvCxnSpPr>
          <p:cNvPr id="13" name="Straight Connector 12"/>
          <p:cNvCxnSpPr/>
          <p:nvPr userDrawn="1"/>
        </p:nvCxnSpPr>
        <p:spPr>
          <a:xfrm>
            <a:off x="1514224" y="2747846"/>
            <a:ext cx="702236"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hasCustomPrompt="1"/>
          </p:nvPr>
        </p:nvSpPr>
        <p:spPr>
          <a:xfrm>
            <a:off x="1409029" y="1253618"/>
            <a:ext cx="2891723" cy="1392903"/>
          </a:xfrm>
          <a:prstGeom prst="rect">
            <a:avLst/>
          </a:prstGeom>
        </p:spPr>
        <p:txBody>
          <a:bodyPr anchor="b">
            <a:noAutofit/>
          </a:bodyPr>
          <a:lstStyle>
            <a:lvl1pPr algn="l">
              <a:defRPr sz="2200" b="1">
                <a:solidFill>
                  <a:schemeClr val="accent1"/>
                </a:solidFill>
              </a:defRPr>
            </a:lvl1pPr>
          </a:lstStyle>
          <a:p>
            <a:r>
              <a:rPr lang="en-US" dirty="0"/>
              <a:t>Click to edit Presentation title</a:t>
            </a:r>
            <a:endParaRPr lang="en-GB" dirty="0"/>
          </a:p>
        </p:txBody>
      </p:sp>
    </p:spTree>
    <p:extLst>
      <p:ext uri="{BB962C8B-B14F-4D97-AF65-F5344CB8AC3E}">
        <p14:creationId xmlns:p14="http://schemas.microsoft.com/office/powerpoint/2010/main" val="22313544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Green Headline Slide">
    <p:bg>
      <p:bgPr>
        <a:solidFill>
          <a:schemeClr val="accent1"/>
        </a:solidFill>
        <a:effectLst/>
      </p:bgPr>
    </p:bg>
    <p:spTree>
      <p:nvGrpSpPr>
        <p:cNvPr id="1" name=""/>
        <p:cNvGrpSpPr/>
        <p:nvPr/>
      </p:nvGrpSpPr>
      <p:grpSpPr>
        <a:xfrm>
          <a:off x="0" y="0"/>
          <a:ext cx="0" cy="0"/>
          <a:chOff x="0" y="0"/>
          <a:chExt cx="0" cy="0"/>
        </a:xfrm>
      </p:grpSpPr>
      <p:sp>
        <p:nvSpPr>
          <p:cNvPr id="6" name="Oval 5"/>
          <p:cNvSpPr/>
          <p:nvPr userDrawn="1"/>
        </p:nvSpPr>
        <p:spPr>
          <a:xfrm>
            <a:off x="4547368" y="732828"/>
            <a:ext cx="3601859" cy="360185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 Placeholder 13"/>
          <p:cNvSpPr>
            <a:spLocks noGrp="1"/>
          </p:cNvSpPr>
          <p:nvPr>
            <p:ph type="body" sz="quarter" idx="13" hasCustomPrompt="1"/>
          </p:nvPr>
        </p:nvSpPr>
        <p:spPr>
          <a:xfrm>
            <a:off x="4898710" y="2560261"/>
            <a:ext cx="2891723" cy="734271"/>
          </a:xfrm>
          <a:prstGeom prst="rect">
            <a:avLst/>
          </a:prstGeom>
        </p:spPr>
        <p:txBody>
          <a:bodyPr vert="horz" anchor="t">
            <a:normAutofit/>
          </a:bodyPr>
          <a:lstStyle>
            <a:lvl1pPr marL="0" indent="0">
              <a:lnSpc>
                <a:spcPct val="100000"/>
              </a:lnSpc>
              <a:spcBef>
                <a:spcPts val="0"/>
              </a:spcBef>
              <a:spcAft>
                <a:spcPts val="0"/>
              </a:spcAft>
              <a:buNone/>
              <a:defRPr sz="1400" b="0" baseline="0">
                <a:solidFill>
                  <a:schemeClr val="accent1"/>
                </a:solidFill>
                <a:latin typeface="Arial"/>
                <a:cs typeface="Arial"/>
              </a:defRPr>
            </a:lvl1pPr>
          </a:lstStyle>
          <a:p>
            <a:pPr lvl="0"/>
            <a:r>
              <a:rPr lang="en-US" dirty="0"/>
              <a:t>Secondary Copy</a:t>
            </a:r>
          </a:p>
        </p:txBody>
      </p:sp>
      <p:sp>
        <p:nvSpPr>
          <p:cNvPr id="5" name="Title 1"/>
          <p:cNvSpPr>
            <a:spLocks noGrp="1"/>
          </p:cNvSpPr>
          <p:nvPr>
            <p:ph type="title" hasCustomPrompt="1"/>
          </p:nvPr>
        </p:nvSpPr>
        <p:spPr>
          <a:xfrm>
            <a:off x="4898710" y="1674333"/>
            <a:ext cx="2891723" cy="857250"/>
          </a:xfrm>
          <a:prstGeom prst="rect">
            <a:avLst/>
          </a:prstGeom>
        </p:spPr>
        <p:txBody>
          <a:bodyPr/>
          <a:lstStyle>
            <a:lvl1pPr algn="l">
              <a:spcBef>
                <a:spcPts val="0"/>
              </a:spcBef>
              <a:spcAft>
                <a:spcPts val="0"/>
              </a:spcAft>
              <a:defRPr sz="2200" b="1">
                <a:solidFill>
                  <a:schemeClr val="accent1"/>
                </a:solidFill>
              </a:defRPr>
            </a:lvl1pPr>
          </a:lstStyle>
          <a:p>
            <a:r>
              <a:rPr lang="en-US" dirty="0"/>
              <a:t>Click to edit Insight</a:t>
            </a:r>
            <a:endParaRPr lang="en-GB" dirty="0"/>
          </a:p>
        </p:txBody>
      </p:sp>
    </p:spTree>
    <p:extLst>
      <p:ext uri="{BB962C8B-B14F-4D97-AF65-F5344CB8AC3E}">
        <p14:creationId xmlns:p14="http://schemas.microsoft.com/office/powerpoint/2010/main" val="5261881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White Headline Slide">
    <p:bg>
      <p:bgPr>
        <a:solidFill>
          <a:schemeClr val="bg1"/>
        </a:solidFill>
        <a:effectLst/>
      </p:bgPr>
    </p:bg>
    <p:spTree>
      <p:nvGrpSpPr>
        <p:cNvPr id="1" name=""/>
        <p:cNvGrpSpPr/>
        <p:nvPr/>
      </p:nvGrpSpPr>
      <p:grpSpPr>
        <a:xfrm>
          <a:off x="0" y="0"/>
          <a:ext cx="0" cy="0"/>
          <a:chOff x="0" y="0"/>
          <a:chExt cx="0" cy="0"/>
        </a:xfrm>
      </p:grpSpPr>
      <p:sp>
        <p:nvSpPr>
          <p:cNvPr id="7" name="Oval 6"/>
          <p:cNvSpPr/>
          <p:nvPr userDrawn="1"/>
        </p:nvSpPr>
        <p:spPr>
          <a:xfrm>
            <a:off x="4188568" y="732828"/>
            <a:ext cx="3601859" cy="360185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13"/>
          <p:cNvSpPr>
            <a:spLocks noGrp="1"/>
          </p:cNvSpPr>
          <p:nvPr>
            <p:ph type="body" sz="quarter" idx="13" hasCustomPrompt="1"/>
          </p:nvPr>
        </p:nvSpPr>
        <p:spPr>
          <a:xfrm>
            <a:off x="4539912" y="2560261"/>
            <a:ext cx="2891723" cy="734271"/>
          </a:xfrm>
          <a:prstGeom prst="rect">
            <a:avLst/>
          </a:prstGeom>
        </p:spPr>
        <p:txBody>
          <a:bodyPr vert="horz" anchor="t">
            <a:normAutofit/>
          </a:bodyPr>
          <a:lstStyle>
            <a:lvl1pPr marL="0" indent="0">
              <a:lnSpc>
                <a:spcPct val="100000"/>
              </a:lnSpc>
              <a:spcBef>
                <a:spcPts val="0"/>
              </a:spcBef>
              <a:spcAft>
                <a:spcPts val="0"/>
              </a:spcAft>
              <a:buNone/>
              <a:defRPr sz="1400" b="0" baseline="0">
                <a:solidFill>
                  <a:schemeClr val="bg1"/>
                </a:solidFill>
                <a:latin typeface="Arial"/>
                <a:cs typeface="Arial"/>
              </a:defRPr>
            </a:lvl1pPr>
          </a:lstStyle>
          <a:p>
            <a:pPr lvl="0"/>
            <a:r>
              <a:rPr lang="en-US" dirty="0"/>
              <a:t>Secondary Copy</a:t>
            </a:r>
          </a:p>
        </p:txBody>
      </p:sp>
      <p:sp>
        <p:nvSpPr>
          <p:cNvPr id="5" name="Title 1"/>
          <p:cNvSpPr>
            <a:spLocks noGrp="1"/>
          </p:cNvSpPr>
          <p:nvPr>
            <p:ph type="title" hasCustomPrompt="1"/>
          </p:nvPr>
        </p:nvSpPr>
        <p:spPr>
          <a:xfrm>
            <a:off x="4543638" y="1676504"/>
            <a:ext cx="2891723" cy="857250"/>
          </a:xfrm>
          <a:prstGeom prst="rect">
            <a:avLst/>
          </a:prstGeom>
        </p:spPr>
        <p:txBody>
          <a:bodyPr/>
          <a:lstStyle>
            <a:lvl1pPr algn="l">
              <a:spcBef>
                <a:spcPts val="0"/>
              </a:spcBef>
              <a:spcAft>
                <a:spcPts val="0"/>
              </a:spcAft>
              <a:defRPr sz="2200" b="1">
                <a:solidFill>
                  <a:schemeClr val="bg1"/>
                </a:solidFill>
              </a:defRPr>
            </a:lvl1pPr>
          </a:lstStyle>
          <a:p>
            <a:r>
              <a:rPr lang="en-US" dirty="0"/>
              <a:t>Click to edit Insight</a:t>
            </a:r>
            <a:endParaRPr lang="en-GB" dirty="0"/>
          </a:p>
        </p:txBody>
      </p:sp>
    </p:spTree>
    <p:extLst>
      <p:ext uri="{BB962C8B-B14F-4D97-AF65-F5344CB8AC3E}">
        <p14:creationId xmlns:p14="http://schemas.microsoft.com/office/powerpoint/2010/main" val="22188527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Green Header Agenda Slide">
    <p:bg>
      <p:bgPr>
        <a:solidFill>
          <a:schemeClr val="bg1"/>
        </a:solidFill>
        <a:effectLst/>
      </p:bgPr>
    </p:bg>
    <p:spTree>
      <p:nvGrpSpPr>
        <p:cNvPr id="1" name=""/>
        <p:cNvGrpSpPr/>
        <p:nvPr/>
      </p:nvGrpSpPr>
      <p:grpSpPr>
        <a:xfrm>
          <a:off x="0" y="0"/>
          <a:ext cx="0" cy="0"/>
          <a:chOff x="0" y="0"/>
          <a:chExt cx="0" cy="0"/>
        </a:xfrm>
      </p:grpSpPr>
      <p:sp>
        <p:nvSpPr>
          <p:cNvPr id="22" name="Rectangle 21"/>
          <p:cNvSpPr/>
          <p:nvPr userDrawn="1"/>
        </p:nvSpPr>
        <p:spPr>
          <a:xfrm>
            <a:off x="0" y="0"/>
            <a:ext cx="9144000" cy="594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dirty="0"/>
          </a:p>
        </p:txBody>
      </p:sp>
      <p:sp>
        <p:nvSpPr>
          <p:cNvPr id="7" name="Text Placeholder 2"/>
          <p:cNvSpPr>
            <a:spLocks noGrp="1"/>
          </p:cNvSpPr>
          <p:nvPr>
            <p:ph type="body" sz="quarter" idx="20" hasCustomPrompt="1"/>
          </p:nvPr>
        </p:nvSpPr>
        <p:spPr>
          <a:xfrm>
            <a:off x="834967" y="1073058"/>
            <a:ext cx="7383462" cy="288341"/>
          </a:xfrm>
          <a:prstGeom prst="rect">
            <a:avLst/>
          </a:prstGeom>
        </p:spPr>
        <p:txBody>
          <a:bodyPr lIns="0" tIns="0" rIns="0" bIns="0" anchor="ctr"/>
          <a:lstStyle>
            <a:lvl1pPr marL="285750" indent="-285750">
              <a:buFont typeface="Arial" panose="020B0604020202020204" pitchFamily="34" charset="0"/>
              <a:buChar char="−"/>
              <a:defRPr sz="1400" b="0" baseline="0">
                <a:solidFill>
                  <a:schemeClr val="tx2">
                    <a:lumMod val="50000"/>
                  </a:schemeClr>
                </a:solidFill>
              </a:defRPr>
            </a:lvl1pPr>
            <a:lvl2pPr marL="457200" indent="0">
              <a:buNone/>
              <a:defRPr>
                <a:solidFill>
                  <a:schemeClr val="accent3">
                    <a:lumMod val="75000"/>
                    <a:lumOff val="25000"/>
                  </a:schemeClr>
                </a:solidFill>
              </a:defRPr>
            </a:lvl2pPr>
            <a:lvl3pPr marL="914400" indent="0">
              <a:buNone/>
              <a:defRPr>
                <a:solidFill>
                  <a:schemeClr val="accent3">
                    <a:lumMod val="75000"/>
                    <a:lumOff val="25000"/>
                  </a:schemeClr>
                </a:solidFill>
              </a:defRPr>
            </a:lvl3pPr>
            <a:lvl4pPr marL="1371600" indent="0">
              <a:buNone/>
              <a:defRPr>
                <a:solidFill>
                  <a:schemeClr val="accent3">
                    <a:lumMod val="75000"/>
                    <a:lumOff val="25000"/>
                  </a:schemeClr>
                </a:solidFill>
              </a:defRPr>
            </a:lvl4pPr>
            <a:lvl5pPr marL="1828800" indent="0">
              <a:buNone/>
              <a:defRPr>
                <a:solidFill>
                  <a:schemeClr val="accent3">
                    <a:lumMod val="75000"/>
                    <a:lumOff val="25000"/>
                  </a:schemeClr>
                </a:solidFill>
              </a:defRPr>
            </a:lvl5pPr>
          </a:lstStyle>
          <a:p>
            <a:pPr lvl="0"/>
            <a:r>
              <a:rPr lang="en-GB" dirty="0"/>
              <a:t>Agenda point title</a:t>
            </a:r>
            <a:endParaRPr lang="en-US" dirty="0"/>
          </a:p>
        </p:txBody>
      </p:sp>
      <p:sp>
        <p:nvSpPr>
          <p:cNvPr id="8" name="Text Placeholder 4"/>
          <p:cNvSpPr>
            <a:spLocks noGrp="1"/>
          </p:cNvSpPr>
          <p:nvPr>
            <p:ph type="body" sz="quarter" idx="21" hasCustomPrompt="1"/>
          </p:nvPr>
        </p:nvSpPr>
        <p:spPr>
          <a:xfrm>
            <a:off x="1080126" y="1361399"/>
            <a:ext cx="7383462" cy="275509"/>
          </a:xfrm>
          <a:prstGeom prst="rect">
            <a:avLst/>
          </a:prstGeom>
        </p:spPr>
        <p:txBody>
          <a:bodyPr lIns="0" tIns="0" rIns="0" bIns="0" anchor="ctr"/>
          <a:lstStyle>
            <a:lvl1pPr marL="0" indent="0">
              <a:buNone/>
              <a:defRPr sz="1100" baseline="0">
                <a:solidFill>
                  <a:schemeClr val="tx2">
                    <a:lumMod val="75000"/>
                  </a:schemeClr>
                </a:solidFill>
              </a:defRPr>
            </a:lvl1pPr>
            <a:lvl2pPr marL="457200" indent="0">
              <a:buNone/>
              <a:defRPr sz="1600">
                <a:solidFill>
                  <a:schemeClr val="accent3">
                    <a:lumMod val="75000"/>
                    <a:lumOff val="25000"/>
                  </a:schemeClr>
                </a:solidFill>
              </a:defRPr>
            </a:lvl2pPr>
            <a:lvl3pPr marL="914400" indent="0">
              <a:buNone/>
              <a:defRPr sz="1400">
                <a:solidFill>
                  <a:schemeClr val="accent3">
                    <a:lumMod val="75000"/>
                    <a:lumOff val="25000"/>
                  </a:schemeClr>
                </a:solidFill>
              </a:defRPr>
            </a:lvl3pPr>
            <a:lvl4pPr marL="1371600" indent="0">
              <a:buNone/>
              <a:defRPr sz="1200">
                <a:solidFill>
                  <a:schemeClr val="accent3">
                    <a:lumMod val="75000"/>
                    <a:lumOff val="25000"/>
                  </a:schemeClr>
                </a:solidFill>
              </a:defRPr>
            </a:lvl4pPr>
            <a:lvl5pPr marL="1828800" indent="0">
              <a:buNone/>
              <a:defRPr sz="1200">
                <a:solidFill>
                  <a:schemeClr val="accent3">
                    <a:lumMod val="75000"/>
                    <a:lumOff val="25000"/>
                  </a:schemeClr>
                </a:solidFill>
              </a:defRPr>
            </a:lvl5pPr>
          </a:lstStyle>
          <a:p>
            <a:pPr lvl="0"/>
            <a:r>
              <a:rPr lang="en-GB" dirty="0"/>
              <a:t>Sub-heading</a:t>
            </a:r>
            <a:endParaRPr lang="en-US" dirty="0"/>
          </a:p>
        </p:txBody>
      </p:sp>
      <p:sp>
        <p:nvSpPr>
          <p:cNvPr id="9" name="Text Placeholder 2"/>
          <p:cNvSpPr>
            <a:spLocks noGrp="1"/>
          </p:cNvSpPr>
          <p:nvPr>
            <p:ph type="body" sz="quarter" idx="29" hasCustomPrompt="1"/>
          </p:nvPr>
        </p:nvSpPr>
        <p:spPr>
          <a:xfrm>
            <a:off x="834967" y="1826350"/>
            <a:ext cx="7383462" cy="288341"/>
          </a:xfrm>
          <a:prstGeom prst="rect">
            <a:avLst/>
          </a:prstGeom>
        </p:spPr>
        <p:txBody>
          <a:bodyPr lIns="0" tIns="0" rIns="0" bIns="0" anchor="ctr"/>
          <a:lstStyle>
            <a:lvl1pPr marL="285750" indent="-285750">
              <a:buFont typeface="Arial" panose="020B0604020202020204" pitchFamily="34" charset="0"/>
              <a:buChar char="−"/>
              <a:defRPr sz="1400" b="0" baseline="0">
                <a:solidFill>
                  <a:schemeClr val="tx2">
                    <a:lumMod val="50000"/>
                  </a:schemeClr>
                </a:solidFill>
              </a:defRPr>
            </a:lvl1pPr>
            <a:lvl2pPr marL="457200" indent="0">
              <a:buNone/>
              <a:defRPr>
                <a:solidFill>
                  <a:schemeClr val="accent3">
                    <a:lumMod val="75000"/>
                    <a:lumOff val="25000"/>
                  </a:schemeClr>
                </a:solidFill>
              </a:defRPr>
            </a:lvl2pPr>
            <a:lvl3pPr marL="914400" indent="0">
              <a:buNone/>
              <a:defRPr>
                <a:solidFill>
                  <a:schemeClr val="accent3">
                    <a:lumMod val="75000"/>
                    <a:lumOff val="25000"/>
                  </a:schemeClr>
                </a:solidFill>
              </a:defRPr>
            </a:lvl3pPr>
            <a:lvl4pPr marL="1371600" indent="0">
              <a:buNone/>
              <a:defRPr>
                <a:solidFill>
                  <a:schemeClr val="accent3">
                    <a:lumMod val="75000"/>
                    <a:lumOff val="25000"/>
                  </a:schemeClr>
                </a:solidFill>
              </a:defRPr>
            </a:lvl4pPr>
            <a:lvl5pPr marL="1828800" indent="0">
              <a:buNone/>
              <a:defRPr>
                <a:solidFill>
                  <a:schemeClr val="accent3">
                    <a:lumMod val="75000"/>
                    <a:lumOff val="25000"/>
                  </a:schemeClr>
                </a:solidFill>
              </a:defRPr>
            </a:lvl5pPr>
          </a:lstStyle>
          <a:p>
            <a:pPr lvl="0"/>
            <a:r>
              <a:rPr lang="en-GB" dirty="0"/>
              <a:t>Agenda point title</a:t>
            </a:r>
            <a:endParaRPr lang="en-US" dirty="0"/>
          </a:p>
        </p:txBody>
      </p:sp>
      <p:sp>
        <p:nvSpPr>
          <p:cNvPr id="11" name="Text Placeholder 4"/>
          <p:cNvSpPr>
            <a:spLocks noGrp="1"/>
          </p:cNvSpPr>
          <p:nvPr>
            <p:ph type="body" sz="quarter" idx="30" hasCustomPrompt="1"/>
          </p:nvPr>
        </p:nvSpPr>
        <p:spPr>
          <a:xfrm>
            <a:off x="1080126" y="2114691"/>
            <a:ext cx="7383462" cy="275509"/>
          </a:xfrm>
          <a:prstGeom prst="rect">
            <a:avLst/>
          </a:prstGeom>
        </p:spPr>
        <p:txBody>
          <a:bodyPr lIns="0" tIns="0" rIns="0" bIns="0" anchor="ctr"/>
          <a:lstStyle>
            <a:lvl1pPr marL="0" indent="0">
              <a:buNone/>
              <a:defRPr sz="1100" baseline="0">
                <a:solidFill>
                  <a:schemeClr val="tx2">
                    <a:lumMod val="75000"/>
                  </a:schemeClr>
                </a:solidFill>
              </a:defRPr>
            </a:lvl1pPr>
            <a:lvl2pPr marL="457200" indent="0">
              <a:buNone/>
              <a:defRPr sz="1600">
                <a:solidFill>
                  <a:schemeClr val="accent3">
                    <a:lumMod val="75000"/>
                    <a:lumOff val="25000"/>
                  </a:schemeClr>
                </a:solidFill>
              </a:defRPr>
            </a:lvl2pPr>
            <a:lvl3pPr marL="914400" indent="0">
              <a:buNone/>
              <a:defRPr sz="1400">
                <a:solidFill>
                  <a:schemeClr val="accent3">
                    <a:lumMod val="75000"/>
                    <a:lumOff val="25000"/>
                  </a:schemeClr>
                </a:solidFill>
              </a:defRPr>
            </a:lvl3pPr>
            <a:lvl4pPr marL="1371600" indent="0">
              <a:buNone/>
              <a:defRPr sz="1200">
                <a:solidFill>
                  <a:schemeClr val="accent3">
                    <a:lumMod val="75000"/>
                    <a:lumOff val="25000"/>
                  </a:schemeClr>
                </a:solidFill>
              </a:defRPr>
            </a:lvl4pPr>
            <a:lvl5pPr marL="1828800" indent="0">
              <a:buNone/>
              <a:defRPr sz="1200">
                <a:solidFill>
                  <a:schemeClr val="accent3">
                    <a:lumMod val="75000"/>
                    <a:lumOff val="25000"/>
                  </a:schemeClr>
                </a:solidFill>
              </a:defRPr>
            </a:lvl5pPr>
          </a:lstStyle>
          <a:p>
            <a:pPr lvl="0"/>
            <a:r>
              <a:rPr lang="en-GB" dirty="0"/>
              <a:t>Sub-heading</a:t>
            </a:r>
            <a:endParaRPr lang="en-US" dirty="0"/>
          </a:p>
        </p:txBody>
      </p:sp>
      <p:sp>
        <p:nvSpPr>
          <p:cNvPr id="12" name="Text Placeholder 2"/>
          <p:cNvSpPr>
            <a:spLocks noGrp="1"/>
          </p:cNvSpPr>
          <p:nvPr>
            <p:ph type="body" sz="quarter" idx="31" hasCustomPrompt="1"/>
          </p:nvPr>
        </p:nvSpPr>
        <p:spPr>
          <a:xfrm>
            <a:off x="834967" y="2579769"/>
            <a:ext cx="7383462" cy="288341"/>
          </a:xfrm>
          <a:prstGeom prst="rect">
            <a:avLst/>
          </a:prstGeom>
        </p:spPr>
        <p:txBody>
          <a:bodyPr lIns="0" tIns="0" rIns="0" bIns="0" anchor="ctr"/>
          <a:lstStyle>
            <a:lvl1pPr marL="285750" indent="-285750">
              <a:buFont typeface="Arial" panose="020B0604020202020204" pitchFamily="34" charset="0"/>
              <a:buChar char="−"/>
              <a:defRPr sz="1400" b="0" baseline="0">
                <a:solidFill>
                  <a:schemeClr val="tx2">
                    <a:lumMod val="50000"/>
                  </a:schemeClr>
                </a:solidFill>
              </a:defRPr>
            </a:lvl1pPr>
            <a:lvl2pPr marL="457200" indent="0">
              <a:buNone/>
              <a:defRPr>
                <a:solidFill>
                  <a:schemeClr val="accent3">
                    <a:lumMod val="75000"/>
                    <a:lumOff val="25000"/>
                  </a:schemeClr>
                </a:solidFill>
              </a:defRPr>
            </a:lvl2pPr>
            <a:lvl3pPr marL="914400" indent="0">
              <a:buNone/>
              <a:defRPr>
                <a:solidFill>
                  <a:schemeClr val="accent3">
                    <a:lumMod val="75000"/>
                    <a:lumOff val="25000"/>
                  </a:schemeClr>
                </a:solidFill>
              </a:defRPr>
            </a:lvl3pPr>
            <a:lvl4pPr marL="1371600" indent="0">
              <a:buNone/>
              <a:defRPr>
                <a:solidFill>
                  <a:schemeClr val="accent3">
                    <a:lumMod val="75000"/>
                    <a:lumOff val="25000"/>
                  </a:schemeClr>
                </a:solidFill>
              </a:defRPr>
            </a:lvl4pPr>
            <a:lvl5pPr marL="1828800" indent="0">
              <a:buNone/>
              <a:defRPr>
                <a:solidFill>
                  <a:schemeClr val="accent3">
                    <a:lumMod val="75000"/>
                    <a:lumOff val="25000"/>
                  </a:schemeClr>
                </a:solidFill>
              </a:defRPr>
            </a:lvl5pPr>
          </a:lstStyle>
          <a:p>
            <a:pPr lvl="0"/>
            <a:r>
              <a:rPr lang="en-GB" dirty="0"/>
              <a:t>Agenda point title</a:t>
            </a:r>
            <a:endParaRPr lang="en-US" dirty="0"/>
          </a:p>
        </p:txBody>
      </p:sp>
      <p:sp>
        <p:nvSpPr>
          <p:cNvPr id="13" name="Text Placeholder 4"/>
          <p:cNvSpPr>
            <a:spLocks noGrp="1"/>
          </p:cNvSpPr>
          <p:nvPr>
            <p:ph type="body" sz="quarter" idx="32" hasCustomPrompt="1"/>
          </p:nvPr>
        </p:nvSpPr>
        <p:spPr>
          <a:xfrm>
            <a:off x="1080126" y="2865805"/>
            <a:ext cx="7383462" cy="275509"/>
          </a:xfrm>
          <a:prstGeom prst="rect">
            <a:avLst/>
          </a:prstGeom>
        </p:spPr>
        <p:txBody>
          <a:bodyPr lIns="0" tIns="0" rIns="0" bIns="0" anchor="ctr"/>
          <a:lstStyle>
            <a:lvl1pPr marL="0" indent="0">
              <a:buNone/>
              <a:defRPr sz="1100" baseline="0">
                <a:solidFill>
                  <a:schemeClr val="tx2">
                    <a:lumMod val="75000"/>
                  </a:schemeClr>
                </a:solidFill>
              </a:defRPr>
            </a:lvl1pPr>
            <a:lvl2pPr marL="457200" indent="0">
              <a:buNone/>
              <a:defRPr sz="1600">
                <a:solidFill>
                  <a:schemeClr val="accent3">
                    <a:lumMod val="75000"/>
                    <a:lumOff val="25000"/>
                  </a:schemeClr>
                </a:solidFill>
              </a:defRPr>
            </a:lvl2pPr>
            <a:lvl3pPr marL="914400" indent="0">
              <a:buNone/>
              <a:defRPr sz="1400">
                <a:solidFill>
                  <a:schemeClr val="accent3">
                    <a:lumMod val="75000"/>
                    <a:lumOff val="25000"/>
                  </a:schemeClr>
                </a:solidFill>
              </a:defRPr>
            </a:lvl3pPr>
            <a:lvl4pPr marL="1371600" indent="0">
              <a:buNone/>
              <a:defRPr sz="1200">
                <a:solidFill>
                  <a:schemeClr val="accent3">
                    <a:lumMod val="75000"/>
                    <a:lumOff val="25000"/>
                  </a:schemeClr>
                </a:solidFill>
              </a:defRPr>
            </a:lvl4pPr>
            <a:lvl5pPr marL="1828800" indent="0">
              <a:buNone/>
              <a:defRPr sz="1200">
                <a:solidFill>
                  <a:schemeClr val="accent3">
                    <a:lumMod val="75000"/>
                    <a:lumOff val="25000"/>
                  </a:schemeClr>
                </a:solidFill>
              </a:defRPr>
            </a:lvl5pPr>
          </a:lstStyle>
          <a:p>
            <a:pPr lvl="0"/>
            <a:r>
              <a:rPr lang="en-GB" dirty="0"/>
              <a:t>Sub-heading</a:t>
            </a:r>
            <a:endParaRPr lang="en-US" dirty="0"/>
          </a:p>
        </p:txBody>
      </p:sp>
      <p:sp>
        <p:nvSpPr>
          <p:cNvPr id="14" name="Text Placeholder 2"/>
          <p:cNvSpPr>
            <a:spLocks noGrp="1"/>
          </p:cNvSpPr>
          <p:nvPr>
            <p:ph type="body" sz="quarter" idx="33" hasCustomPrompt="1"/>
          </p:nvPr>
        </p:nvSpPr>
        <p:spPr>
          <a:xfrm>
            <a:off x="834967" y="3300882"/>
            <a:ext cx="7383462" cy="288341"/>
          </a:xfrm>
          <a:prstGeom prst="rect">
            <a:avLst/>
          </a:prstGeom>
        </p:spPr>
        <p:txBody>
          <a:bodyPr lIns="0" tIns="0" rIns="0" bIns="0" anchor="ctr"/>
          <a:lstStyle>
            <a:lvl1pPr marL="285750" indent="-285750">
              <a:buFont typeface="Arial" panose="020B0604020202020204" pitchFamily="34" charset="0"/>
              <a:buChar char="−"/>
              <a:defRPr sz="1400" b="0" baseline="0">
                <a:solidFill>
                  <a:schemeClr val="tx2">
                    <a:lumMod val="50000"/>
                  </a:schemeClr>
                </a:solidFill>
              </a:defRPr>
            </a:lvl1pPr>
            <a:lvl2pPr marL="457200" indent="0">
              <a:buNone/>
              <a:defRPr>
                <a:solidFill>
                  <a:schemeClr val="accent3">
                    <a:lumMod val="75000"/>
                    <a:lumOff val="25000"/>
                  </a:schemeClr>
                </a:solidFill>
              </a:defRPr>
            </a:lvl2pPr>
            <a:lvl3pPr marL="914400" indent="0">
              <a:buNone/>
              <a:defRPr>
                <a:solidFill>
                  <a:schemeClr val="accent3">
                    <a:lumMod val="75000"/>
                    <a:lumOff val="25000"/>
                  </a:schemeClr>
                </a:solidFill>
              </a:defRPr>
            </a:lvl3pPr>
            <a:lvl4pPr marL="1371600" indent="0">
              <a:buNone/>
              <a:defRPr>
                <a:solidFill>
                  <a:schemeClr val="accent3">
                    <a:lumMod val="75000"/>
                    <a:lumOff val="25000"/>
                  </a:schemeClr>
                </a:solidFill>
              </a:defRPr>
            </a:lvl4pPr>
            <a:lvl5pPr marL="1828800" indent="0">
              <a:buNone/>
              <a:defRPr>
                <a:solidFill>
                  <a:schemeClr val="accent3">
                    <a:lumMod val="75000"/>
                    <a:lumOff val="25000"/>
                  </a:schemeClr>
                </a:solidFill>
              </a:defRPr>
            </a:lvl5pPr>
          </a:lstStyle>
          <a:p>
            <a:pPr lvl="0"/>
            <a:r>
              <a:rPr lang="en-GB" dirty="0"/>
              <a:t>Agenda point title</a:t>
            </a:r>
            <a:endParaRPr lang="en-US" dirty="0"/>
          </a:p>
        </p:txBody>
      </p:sp>
      <p:sp>
        <p:nvSpPr>
          <p:cNvPr id="15" name="Text Placeholder 4"/>
          <p:cNvSpPr>
            <a:spLocks noGrp="1"/>
          </p:cNvSpPr>
          <p:nvPr>
            <p:ph type="body" sz="quarter" idx="34" hasCustomPrompt="1"/>
          </p:nvPr>
        </p:nvSpPr>
        <p:spPr>
          <a:xfrm>
            <a:off x="1080126" y="3597325"/>
            <a:ext cx="7383462" cy="275509"/>
          </a:xfrm>
          <a:prstGeom prst="rect">
            <a:avLst/>
          </a:prstGeom>
        </p:spPr>
        <p:txBody>
          <a:bodyPr lIns="0" tIns="0" rIns="0" bIns="0" anchor="ctr"/>
          <a:lstStyle>
            <a:lvl1pPr marL="0" indent="0">
              <a:buNone/>
              <a:defRPr sz="1100" baseline="0">
                <a:solidFill>
                  <a:schemeClr val="tx2">
                    <a:lumMod val="75000"/>
                  </a:schemeClr>
                </a:solidFill>
              </a:defRPr>
            </a:lvl1pPr>
            <a:lvl2pPr marL="457200" indent="0">
              <a:buNone/>
              <a:defRPr sz="1600">
                <a:solidFill>
                  <a:schemeClr val="accent3">
                    <a:lumMod val="75000"/>
                    <a:lumOff val="25000"/>
                  </a:schemeClr>
                </a:solidFill>
              </a:defRPr>
            </a:lvl2pPr>
            <a:lvl3pPr marL="914400" indent="0">
              <a:buNone/>
              <a:defRPr sz="1400">
                <a:solidFill>
                  <a:schemeClr val="accent3">
                    <a:lumMod val="75000"/>
                    <a:lumOff val="25000"/>
                  </a:schemeClr>
                </a:solidFill>
              </a:defRPr>
            </a:lvl3pPr>
            <a:lvl4pPr marL="1371600" indent="0">
              <a:buNone/>
              <a:defRPr sz="1200">
                <a:solidFill>
                  <a:schemeClr val="accent3">
                    <a:lumMod val="75000"/>
                    <a:lumOff val="25000"/>
                  </a:schemeClr>
                </a:solidFill>
              </a:defRPr>
            </a:lvl4pPr>
            <a:lvl5pPr marL="1828800" indent="0">
              <a:buNone/>
              <a:defRPr sz="1200">
                <a:solidFill>
                  <a:schemeClr val="accent3">
                    <a:lumMod val="75000"/>
                    <a:lumOff val="25000"/>
                  </a:schemeClr>
                </a:solidFill>
              </a:defRPr>
            </a:lvl5pPr>
          </a:lstStyle>
          <a:p>
            <a:pPr lvl="0"/>
            <a:r>
              <a:rPr lang="en-GB" dirty="0"/>
              <a:t>Sub-heading</a:t>
            </a:r>
            <a:endParaRPr lang="en-US" dirty="0"/>
          </a:p>
        </p:txBody>
      </p:sp>
      <p:sp>
        <p:nvSpPr>
          <p:cNvPr id="16" name="Text Placeholder 2"/>
          <p:cNvSpPr>
            <a:spLocks noGrp="1"/>
          </p:cNvSpPr>
          <p:nvPr>
            <p:ph type="body" sz="quarter" idx="35" hasCustomPrompt="1"/>
          </p:nvPr>
        </p:nvSpPr>
        <p:spPr>
          <a:xfrm>
            <a:off x="834967" y="4031891"/>
            <a:ext cx="7383462" cy="288341"/>
          </a:xfrm>
          <a:prstGeom prst="rect">
            <a:avLst/>
          </a:prstGeom>
        </p:spPr>
        <p:txBody>
          <a:bodyPr lIns="0" tIns="0" rIns="0" bIns="0" anchor="ctr"/>
          <a:lstStyle>
            <a:lvl1pPr marL="285750" indent="-285750">
              <a:buFont typeface="Arial" panose="020B0604020202020204" pitchFamily="34" charset="0"/>
              <a:buChar char="−"/>
              <a:defRPr sz="1400" b="0" baseline="0">
                <a:solidFill>
                  <a:schemeClr val="tx2">
                    <a:lumMod val="50000"/>
                  </a:schemeClr>
                </a:solidFill>
              </a:defRPr>
            </a:lvl1pPr>
            <a:lvl2pPr marL="457200" indent="0">
              <a:buNone/>
              <a:defRPr>
                <a:solidFill>
                  <a:schemeClr val="accent3">
                    <a:lumMod val="75000"/>
                    <a:lumOff val="25000"/>
                  </a:schemeClr>
                </a:solidFill>
              </a:defRPr>
            </a:lvl2pPr>
            <a:lvl3pPr marL="914400" indent="0">
              <a:buNone/>
              <a:defRPr>
                <a:solidFill>
                  <a:schemeClr val="accent3">
                    <a:lumMod val="75000"/>
                    <a:lumOff val="25000"/>
                  </a:schemeClr>
                </a:solidFill>
              </a:defRPr>
            </a:lvl3pPr>
            <a:lvl4pPr marL="1371600" indent="0">
              <a:buNone/>
              <a:defRPr>
                <a:solidFill>
                  <a:schemeClr val="accent3">
                    <a:lumMod val="75000"/>
                    <a:lumOff val="25000"/>
                  </a:schemeClr>
                </a:solidFill>
              </a:defRPr>
            </a:lvl4pPr>
            <a:lvl5pPr marL="1828800" indent="0">
              <a:buNone/>
              <a:defRPr>
                <a:solidFill>
                  <a:schemeClr val="accent3">
                    <a:lumMod val="75000"/>
                    <a:lumOff val="25000"/>
                  </a:schemeClr>
                </a:solidFill>
              </a:defRPr>
            </a:lvl5pPr>
          </a:lstStyle>
          <a:p>
            <a:pPr lvl="0"/>
            <a:r>
              <a:rPr lang="en-GB" dirty="0"/>
              <a:t>Agenda point title</a:t>
            </a:r>
            <a:endParaRPr lang="en-US" dirty="0"/>
          </a:p>
        </p:txBody>
      </p:sp>
      <p:sp>
        <p:nvSpPr>
          <p:cNvPr id="17" name="Text Placeholder 4"/>
          <p:cNvSpPr>
            <a:spLocks noGrp="1"/>
          </p:cNvSpPr>
          <p:nvPr>
            <p:ph type="body" sz="quarter" idx="36" hasCustomPrompt="1"/>
          </p:nvPr>
        </p:nvSpPr>
        <p:spPr>
          <a:xfrm>
            <a:off x="1080126" y="4328845"/>
            <a:ext cx="7383462" cy="275509"/>
          </a:xfrm>
          <a:prstGeom prst="rect">
            <a:avLst/>
          </a:prstGeom>
        </p:spPr>
        <p:txBody>
          <a:bodyPr lIns="0" tIns="0" rIns="0" bIns="0" anchor="ctr"/>
          <a:lstStyle>
            <a:lvl1pPr marL="0" indent="0">
              <a:buNone/>
              <a:defRPr sz="1100" baseline="0">
                <a:solidFill>
                  <a:schemeClr val="tx2">
                    <a:lumMod val="75000"/>
                  </a:schemeClr>
                </a:solidFill>
              </a:defRPr>
            </a:lvl1pPr>
            <a:lvl2pPr marL="457200" indent="0">
              <a:buNone/>
              <a:defRPr sz="1600">
                <a:solidFill>
                  <a:schemeClr val="accent3">
                    <a:lumMod val="75000"/>
                    <a:lumOff val="25000"/>
                  </a:schemeClr>
                </a:solidFill>
              </a:defRPr>
            </a:lvl2pPr>
            <a:lvl3pPr marL="914400" indent="0">
              <a:buNone/>
              <a:defRPr sz="1400">
                <a:solidFill>
                  <a:schemeClr val="accent3">
                    <a:lumMod val="75000"/>
                    <a:lumOff val="25000"/>
                  </a:schemeClr>
                </a:solidFill>
              </a:defRPr>
            </a:lvl3pPr>
            <a:lvl4pPr marL="1371600" indent="0">
              <a:buNone/>
              <a:defRPr sz="1200">
                <a:solidFill>
                  <a:schemeClr val="accent3">
                    <a:lumMod val="75000"/>
                    <a:lumOff val="25000"/>
                  </a:schemeClr>
                </a:solidFill>
              </a:defRPr>
            </a:lvl4pPr>
            <a:lvl5pPr marL="1828800" indent="0">
              <a:buNone/>
              <a:defRPr sz="1200">
                <a:solidFill>
                  <a:schemeClr val="accent3">
                    <a:lumMod val="75000"/>
                    <a:lumOff val="25000"/>
                  </a:schemeClr>
                </a:solidFill>
              </a:defRPr>
            </a:lvl5pPr>
          </a:lstStyle>
          <a:p>
            <a:pPr lvl="0"/>
            <a:r>
              <a:rPr lang="en-GB" dirty="0"/>
              <a:t>Sub-heading</a:t>
            </a:r>
            <a:endParaRPr lang="en-US" dirty="0"/>
          </a:p>
        </p:txBody>
      </p:sp>
      <p:sp>
        <p:nvSpPr>
          <p:cNvPr id="20" name="Title 1"/>
          <p:cNvSpPr>
            <a:spLocks noGrp="1"/>
          </p:cNvSpPr>
          <p:nvPr>
            <p:ph type="title" hasCustomPrompt="1"/>
          </p:nvPr>
        </p:nvSpPr>
        <p:spPr>
          <a:xfrm>
            <a:off x="466487" y="34676"/>
            <a:ext cx="8229600" cy="707886"/>
          </a:xfrm>
          <a:prstGeom prst="rect">
            <a:avLst/>
          </a:prstGeom>
        </p:spPr>
        <p:txBody>
          <a:bodyPr/>
          <a:lstStyle>
            <a:lvl1pPr>
              <a:defRPr>
                <a:solidFill>
                  <a:schemeClr val="bg1"/>
                </a:solidFill>
              </a:defRPr>
            </a:lvl1pPr>
          </a:lstStyle>
          <a:p>
            <a:r>
              <a:rPr lang="en-US" dirty="0"/>
              <a:t>Click to edit Agenda title style</a:t>
            </a:r>
            <a:endParaRPr lang="en-GB" dirty="0"/>
          </a:p>
        </p:txBody>
      </p:sp>
    </p:spTree>
    <p:extLst>
      <p:ext uri="{BB962C8B-B14F-4D97-AF65-F5344CB8AC3E}">
        <p14:creationId xmlns:p14="http://schemas.microsoft.com/office/powerpoint/2010/main" val="38891414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Green Header Title and Content Slide">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Click to edit Master title style</a:t>
            </a:r>
            <a:endParaRPr lang="en-GB" dirty="0"/>
          </a:p>
        </p:txBody>
      </p:sp>
      <p:sp>
        <p:nvSpPr>
          <p:cNvPr id="6" name="Slide Number Placeholder 5"/>
          <p:cNvSpPr>
            <a:spLocks noGrp="1"/>
          </p:cNvSpPr>
          <p:nvPr>
            <p:ph type="sldNum" sz="quarter" idx="12"/>
          </p:nvPr>
        </p:nvSpPr>
        <p:spPr/>
        <p:txBody>
          <a:bodyPr/>
          <a:lstStyle/>
          <a:p>
            <a:fld id="{9006A104-EB2E-4D2A-BC7D-4B0E21063193}" type="slidenum">
              <a:rPr lang="en-GB" smtClean="0"/>
              <a:t>‹#›</a:t>
            </a:fld>
            <a:endParaRPr lang="en-GB" dirty="0"/>
          </a:p>
        </p:txBody>
      </p:sp>
      <p:sp>
        <p:nvSpPr>
          <p:cNvPr id="5" name="Text Placeholder 2"/>
          <p:cNvSpPr>
            <a:spLocks noGrp="1"/>
          </p:cNvSpPr>
          <p:nvPr>
            <p:ph idx="1"/>
          </p:nvPr>
        </p:nvSpPr>
        <p:spPr>
          <a:xfrm>
            <a:off x="466487" y="945776"/>
            <a:ext cx="8229600" cy="3667483"/>
          </a:xfrm>
          <a:prstGeom prst="rect">
            <a:avLst/>
          </a:prstGeom>
        </p:spPr>
        <p:txBody>
          <a:bodyPr vert="horz" lIns="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40138531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Green Header Two Column Content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GB" dirty="0"/>
          </a:p>
        </p:txBody>
      </p:sp>
      <p:sp>
        <p:nvSpPr>
          <p:cNvPr id="3" name="Content Placeholder 2"/>
          <p:cNvSpPr>
            <a:spLocks noGrp="1"/>
          </p:cNvSpPr>
          <p:nvPr>
            <p:ph sz="half" idx="1"/>
          </p:nvPr>
        </p:nvSpPr>
        <p:spPr>
          <a:xfrm>
            <a:off x="457200" y="1200161"/>
            <a:ext cx="3981450" cy="3394075"/>
          </a:xfrm>
        </p:spPr>
        <p:txBody>
          <a:bodyPr/>
          <a:lstStyle>
            <a:lvl1pPr>
              <a:defRPr sz="1800"/>
            </a:lvl1pPr>
            <a:lvl2pPr>
              <a:defRPr sz="16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p:cNvSpPr>
            <a:spLocks noGrp="1"/>
          </p:cNvSpPr>
          <p:nvPr>
            <p:ph sz="half" idx="2"/>
          </p:nvPr>
        </p:nvSpPr>
        <p:spPr>
          <a:xfrm>
            <a:off x="4705350" y="1200161"/>
            <a:ext cx="3981450" cy="3394075"/>
          </a:xfrm>
        </p:spPr>
        <p:txBody>
          <a:bodyPr/>
          <a:lstStyle>
            <a:lvl1pPr>
              <a:defRPr sz="1800"/>
            </a:lvl1pPr>
            <a:lvl2pPr>
              <a:defRPr sz="16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7" name="Slide Number Placeholder 6"/>
          <p:cNvSpPr>
            <a:spLocks noGrp="1"/>
          </p:cNvSpPr>
          <p:nvPr>
            <p:ph type="sldNum" sz="quarter" idx="12"/>
          </p:nvPr>
        </p:nvSpPr>
        <p:spPr/>
        <p:txBody>
          <a:bodyPr/>
          <a:lstStyle/>
          <a:p>
            <a:fld id="{9006A104-EB2E-4D2A-BC7D-4B0E21063193}" type="slidenum">
              <a:rPr lang="en-GB" smtClean="0"/>
              <a:t>‹#›</a:t>
            </a:fld>
            <a:endParaRPr lang="en-GB" dirty="0"/>
          </a:p>
        </p:txBody>
      </p:sp>
    </p:spTree>
    <p:extLst>
      <p:ext uri="{BB962C8B-B14F-4D97-AF65-F5344CB8AC3E}">
        <p14:creationId xmlns:p14="http://schemas.microsoft.com/office/powerpoint/2010/main" val="4733641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Green Header Title Only Content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dirty="0"/>
          </a:p>
        </p:txBody>
      </p:sp>
      <p:sp>
        <p:nvSpPr>
          <p:cNvPr id="5" name="Slide Number Placeholder 4"/>
          <p:cNvSpPr>
            <a:spLocks noGrp="1"/>
          </p:cNvSpPr>
          <p:nvPr>
            <p:ph type="sldNum" sz="quarter" idx="12"/>
          </p:nvPr>
        </p:nvSpPr>
        <p:spPr/>
        <p:txBody>
          <a:bodyPr/>
          <a:lstStyle/>
          <a:p>
            <a:fld id="{9006A104-EB2E-4D2A-BC7D-4B0E21063193}" type="slidenum">
              <a:rPr lang="en-GB" smtClean="0"/>
              <a:t>‹#›</a:t>
            </a:fld>
            <a:endParaRPr lang="en-GB" dirty="0"/>
          </a:p>
        </p:txBody>
      </p:sp>
    </p:spTree>
    <p:extLst>
      <p:ext uri="{BB962C8B-B14F-4D97-AF65-F5344CB8AC3E}">
        <p14:creationId xmlns:p14="http://schemas.microsoft.com/office/powerpoint/2010/main" val="17818170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Green Header 4_4 Grid Content Slide">
    <p:spTree>
      <p:nvGrpSpPr>
        <p:cNvPr id="1" name=""/>
        <p:cNvGrpSpPr/>
        <p:nvPr/>
      </p:nvGrpSpPr>
      <p:grpSpPr>
        <a:xfrm>
          <a:off x="0" y="0"/>
          <a:ext cx="0" cy="0"/>
          <a:chOff x="0" y="0"/>
          <a:chExt cx="0" cy="0"/>
        </a:xfrm>
      </p:grpSpPr>
      <p:sp>
        <p:nvSpPr>
          <p:cNvPr id="8" name="Rectangle 7"/>
          <p:cNvSpPr/>
          <p:nvPr userDrawn="1"/>
        </p:nvSpPr>
        <p:spPr>
          <a:xfrm>
            <a:off x="0" y="0"/>
            <a:ext cx="9144000" cy="594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dirty="0"/>
          </a:p>
        </p:txBody>
      </p:sp>
      <p:sp>
        <p:nvSpPr>
          <p:cNvPr id="3" name="Content Placeholder 2"/>
          <p:cNvSpPr>
            <a:spLocks noGrp="1"/>
          </p:cNvSpPr>
          <p:nvPr>
            <p:ph sz="quarter" idx="23"/>
          </p:nvPr>
        </p:nvSpPr>
        <p:spPr>
          <a:xfrm>
            <a:off x="457199" y="1064941"/>
            <a:ext cx="3902928" cy="1676400"/>
          </a:xfrm>
          <a:prstGeom prst="rect">
            <a:avLst/>
          </a:prstGeom>
        </p:spPr>
        <p:txBody>
          <a:bodyPr lIns="0" tIns="0" rIns="0" bIns="0"/>
          <a:lstStyle>
            <a:lvl1pPr>
              <a:defRPr sz="1200">
                <a:solidFill>
                  <a:schemeClr val="tx1"/>
                </a:solidFill>
                <a:latin typeface="Arial"/>
                <a:cs typeface="Arial"/>
              </a:defRPr>
            </a:lvl1pPr>
            <a:lvl2pPr>
              <a:defRPr sz="1200">
                <a:solidFill>
                  <a:schemeClr val="tx1"/>
                </a:solidFill>
                <a:latin typeface="Arial"/>
                <a:cs typeface="Arial"/>
              </a:defRPr>
            </a:lvl2pPr>
            <a:lvl3pPr>
              <a:defRPr sz="1200">
                <a:solidFill>
                  <a:schemeClr val="tx1"/>
                </a:solidFill>
                <a:latin typeface="Arial"/>
                <a:cs typeface="Arial"/>
              </a:defRPr>
            </a:lvl3pPr>
            <a:lvl4pPr>
              <a:defRPr sz="1200">
                <a:solidFill>
                  <a:schemeClr val="tx1"/>
                </a:solidFill>
                <a:latin typeface="Arial"/>
                <a:cs typeface="Arial"/>
              </a:defRPr>
            </a:lvl4pPr>
            <a:lvl5pPr>
              <a:defRPr sz="1200">
                <a:solidFill>
                  <a:schemeClr val="tx1"/>
                </a:solidFill>
                <a:latin typeface="Arial"/>
                <a:cs typeface="Aria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Content Placeholder 2"/>
          <p:cNvSpPr>
            <a:spLocks noGrp="1"/>
          </p:cNvSpPr>
          <p:nvPr>
            <p:ph sz="quarter" idx="24"/>
          </p:nvPr>
        </p:nvSpPr>
        <p:spPr>
          <a:xfrm>
            <a:off x="4783872" y="1064941"/>
            <a:ext cx="3902928" cy="1676400"/>
          </a:xfrm>
          <a:prstGeom prst="rect">
            <a:avLst/>
          </a:prstGeom>
        </p:spPr>
        <p:txBody>
          <a:bodyPr lIns="0" tIns="0" rIns="0" bIns="0"/>
          <a:lstStyle>
            <a:lvl1pPr>
              <a:defRPr sz="1200">
                <a:solidFill>
                  <a:schemeClr val="tx1"/>
                </a:solidFill>
                <a:latin typeface="Arial"/>
                <a:cs typeface="Arial"/>
              </a:defRPr>
            </a:lvl1pPr>
            <a:lvl2pPr>
              <a:defRPr sz="1200">
                <a:solidFill>
                  <a:schemeClr val="tx1"/>
                </a:solidFill>
                <a:latin typeface="Arial"/>
                <a:cs typeface="Arial"/>
              </a:defRPr>
            </a:lvl2pPr>
            <a:lvl3pPr>
              <a:defRPr sz="1200">
                <a:solidFill>
                  <a:schemeClr val="tx1"/>
                </a:solidFill>
                <a:latin typeface="Arial"/>
                <a:cs typeface="Arial"/>
              </a:defRPr>
            </a:lvl3pPr>
            <a:lvl4pPr>
              <a:defRPr sz="1200">
                <a:solidFill>
                  <a:schemeClr val="tx1"/>
                </a:solidFill>
                <a:latin typeface="Arial"/>
                <a:cs typeface="Arial"/>
              </a:defRPr>
            </a:lvl4pPr>
            <a:lvl5pPr>
              <a:defRPr sz="1200">
                <a:solidFill>
                  <a:schemeClr val="tx1"/>
                </a:solidFill>
                <a:latin typeface="Arial"/>
                <a:cs typeface="Aria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Content Placeholder 2"/>
          <p:cNvSpPr>
            <a:spLocks noGrp="1"/>
          </p:cNvSpPr>
          <p:nvPr>
            <p:ph sz="quarter" idx="25"/>
          </p:nvPr>
        </p:nvSpPr>
        <p:spPr>
          <a:xfrm>
            <a:off x="473926" y="3043912"/>
            <a:ext cx="3902928" cy="1676400"/>
          </a:xfrm>
          <a:prstGeom prst="rect">
            <a:avLst/>
          </a:prstGeom>
        </p:spPr>
        <p:txBody>
          <a:bodyPr lIns="0" tIns="0" rIns="0" bIns="0"/>
          <a:lstStyle>
            <a:lvl1pPr>
              <a:defRPr sz="1200">
                <a:solidFill>
                  <a:schemeClr val="tx1"/>
                </a:solidFill>
                <a:latin typeface="Arial"/>
                <a:cs typeface="Arial"/>
              </a:defRPr>
            </a:lvl1pPr>
            <a:lvl2pPr>
              <a:defRPr sz="1200">
                <a:solidFill>
                  <a:schemeClr val="tx1"/>
                </a:solidFill>
                <a:latin typeface="Arial"/>
                <a:cs typeface="Arial"/>
              </a:defRPr>
            </a:lvl2pPr>
            <a:lvl3pPr>
              <a:defRPr sz="1200">
                <a:solidFill>
                  <a:schemeClr val="tx1"/>
                </a:solidFill>
                <a:latin typeface="Arial"/>
                <a:cs typeface="Arial"/>
              </a:defRPr>
            </a:lvl3pPr>
            <a:lvl4pPr>
              <a:defRPr sz="1200">
                <a:solidFill>
                  <a:schemeClr val="tx1"/>
                </a:solidFill>
                <a:latin typeface="Arial"/>
                <a:cs typeface="Arial"/>
              </a:defRPr>
            </a:lvl4pPr>
            <a:lvl5pPr>
              <a:defRPr sz="1200">
                <a:solidFill>
                  <a:schemeClr val="tx1"/>
                </a:solidFill>
                <a:latin typeface="Arial"/>
                <a:cs typeface="Aria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Content Placeholder 2"/>
          <p:cNvSpPr>
            <a:spLocks noGrp="1"/>
          </p:cNvSpPr>
          <p:nvPr>
            <p:ph sz="quarter" idx="26"/>
          </p:nvPr>
        </p:nvSpPr>
        <p:spPr>
          <a:xfrm>
            <a:off x="4800599" y="3043912"/>
            <a:ext cx="3902928" cy="1676400"/>
          </a:xfrm>
          <a:prstGeom prst="rect">
            <a:avLst/>
          </a:prstGeom>
        </p:spPr>
        <p:txBody>
          <a:bodyPr lIns="0" tIns="0" rIns="0" bIns="0"/>
          <a:lstStyle>
            <a:lvl1pPr>
              <a:defRPr sz="1200">
                <a:solidFill>
                  <a:schemeClr val="tx1"/>
                </a:solidFill>
                <a:latin typeface="Arial"/>
                <a:cs typeface="Arial"/>
              </a:defRPr>
            </a:lvl1pPr>
            <a:lvl2pPr>
              <a:defRPr sz="1200">
                <a:solidFill>
                  <a:schemeClr val="tx1"/>
                </a:solidFill>
                <a:latin typeface="Arial"/>
                <a:cs typeface="Arial"/>
              </a:defRPr>
            </a:lvl2pPr>
            <a:lvl3pPr>
              <a:defRPr sz="1200">
                <a:solidFill>
                  <a:schemeClr val="tx1"/>
                </a:solidFill>
                <a:latin typeface="Arial"/>
                <a:cs typeface="Arial"/>
              </a:defRPr>
            </a:lvl3pPr>
            <a:lvl4pPr>
              <a:defRPr sz="1200">
                <a:solidFill>
                  <a:schemeClr val="tx1"/>
                </a:solidFill>
                <a:latin typeface="Arial"/>
                <a:cs typeface="Arial"/>
              </a:defRPr>
            </a:lvl4pPr>
            <a:lvl5pPr>
              <a:defRPr sz="1200">
                <a:solidFill>
                  <a:schemeClr val="tx1"/>
                </a:solidFill>
                <a:latin typeface="Arial"/>
                <a:cs typeface="Aria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Slide Number Placeholder 1"/>
          <p:cNvSpPr>
            <a:spLocks noGrp="1"/>
          </p:cNvSpPr>
          <p:nvPr>
            <p:ph type="sldNum" sz="quarter" idx="27"/>
          </p:nvPr>
        </p:nvSpPr>
        <p:spPr>
          <a:xfrm>
            <a:off x="6553200" y="4767277"/>
            <a:ext cx="2133600" cy="274637"/>
          </a:xfrm>
          <a:prstGeom prst="rect">
            <a:avLst/>
          </a:prstGeom>
        </p:spPr>
        <p:txBody>
          <a:bodyPr/>
          <a:lstStyle>
            <a:lvl1pPr algn="r">
              <a:defRPr sz="800" b="1">
                <a:solidFill>
                  <a:schemeClr val="accent1"/>
                </a:solidFill>
              </a:defRPr>
            </a:lvl1pPr>
          </a:lstStyle>
          <a:p>
            <a:fld id="{9006A104-EB2E-4D2A-BC7D-4B0E21063193}" type="slidenum">
              <a:rPr lang="en-GB" smtClean="0"/>
              <a:pPr/>
              <a:t>‹#›</a:t>
            </a:fld>
            <a:endParaRPr lang="en-GB" dirty="0"/>
          </a:p>
        </p:txBody>
      </p:sp>
      <p:sp>
        <p:nvSpPr>
          <p:cNvPr id="7" name="Title 6"/>
          <p:cNvSpPr>
            <a:spLocks noGrp="1"/>
          </p:cNvSpPr>
          <p:nvPr>
            <p:ph type="title"/>
          </p:nvPr>
        </p:nvSpPr>
        <p:spPr>
          <a:xfrm>
            <a:off x="466487" y="34676"/>
            <a:ext cx="8229600" cy="707886"/>
          </a:xfrm>
          <a:prstGeom prst="rect">
            <a:avLst/>
          </a:prstGeom>
        </p:spPr>
        <p:txBody>
          <a:bodyPr/>
          <a:lstStyle/>
          <a:p>
            <a:r>
              <a:rPr lang="en-US"/>
              <a:t>Click to edit Master title style</a:t>
            </a:r>
            <a:endParaRPr lang="en-GB" dirty="0"/>
          </a:p>
        </p:txBody>
      </p:sp>
    </p:spTree>
    <p:extLst>
      <p:ext uri="{BB962C8B-B14F-4D97-AF65-F5344CB8AC3E}">
        <p14:creationId xmlns:p14="http://schemas.microsoft.com/office/powerpoint/2010/main" val="41925399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3_Agenda Slide">
    <p:bg>
      <p:bgPr>
        <a:solidFill>
          <a:schemeClr val="bg1"/>
        </a:solidFill>
        <a:effectLst/>
      </p:bgPr>
    </p:bg>
    <p:spTree>
      <p:nvGrpSpPr>
        <p:cNvPr id="1" name=""/>
        <p:cNvGrpSpPr/>
        <p:nvPr/>
      </p:nvGrpSpPr>
      <p:grpSpPr>
        <a:xfrm>
          <a:off x="0" y="0"/>
          <a:ext cx="0" cy="0"/>
          <a:chOff x="0" y="0"/>
          <a:chExt cx="0" cy="0"/>
        </a:xfrm>
      </p:grpSpPr>
      <p:sp>
        <p:nvSpPr>
          <p:cNvPr id="7" name="Text Placeholder 2"/>
          <p:cNvSpPr>
            <a:spLocks noGrp="1"/>
          </p:cNvSpPr>
          <p:nvPr>
            <p:ph type="body" sz="quarter" idx="20" hasCustomPrompt="1"/>
          </p:nvPr>
        </p:nvSpPr>
        <p:spPr>
          <a:xfrm>
            <a:off x="834967" y="1073058"/>
            <a:ext cx="7383462" cy="288341"/>
          </a:xfrm>
          <a:prstGeom prst="rect">
            <a:avLst/>
          </a:prstGeom>
        </p:spPr>
        <p:txBody>
          <a:bodyPr lIns="0" tIns="0" rIns="0" bIns="0" anchor="ctr"/>
          <a:lstStyle>
            <a:lvl1pPr marL="285750" indent="-285750">
              <a:buFont typeface="Arial" panose="020B0604020202020204" pitchFamily="34" charset="0"/>
              <a:buChar char="−"/>
              <a:defRPr sz="1400" b="0" baseline="0">
                <a:solidFill>
                  <a:schemeClr val="tx2">
                    <a:lumMod val="50000"/>
                  </a:schemeClr>
                </a:solidFill>
              </a:defRPr>
            </a:lvl1pPr>
            <a:lvl2pPr marL="457200" indent="0">
              <a:buNone/>
              <a:defRPr>
                <a:solidFill>
                  <a:schemeClr val="accent3">
                    <a:lumMod val="75000"/>
                    <a:lumOff val="25000"/>
                  </a:schemeClr>
                </a:solidFill>
              </a:defRPr>
            </a:lvl2pPr>
            <a:lvl3pPr marL="914400" indent="0">
              <a:buNone/>
              <a:defRPr>
                <a:solidFill>
                  <a:schemeClr val="accent3">
                    <a:lumMod val="75000"/>
                    <a:lumOff val="25000"/>
                  </a:schemeClr>
                </a:solidFill>
              </a:defRPr>
            </a:lvl3pPr>
            <a:lvl4pPr marL="1371600" indent="0">
              <a:buNone/>
              <a:defRPr>
                <a:solidFill>
                  <a:schemeClr val="accent3">
                    <a:lumMod val="75000"/>
                    <a:lumOff val="25000"/>
                  </a:schemeClr>
                </a:solidFill>
              </a:defRPr>
            </a:lvl4pPr>
            <a:lvl5pPr marL="1828800" indent="0">
              <a:buNone/>
              <a:defRPr>
                <a:solidFill>
                  <a:schemeClr val="accent3">
                    <a:lumMod val="75000"/>
                    <a:lumOff val="25000"/>
                  </a:schemeClr>
                </a:solidFill>
              </a:defRPr>
            </a:lvl5pPr>
          </a:lstStyle>
          <a:p>
            <a:pPr lvl="0"/>
            <a:r>
              <a:rPr lang="en-GB" dirty="0"/>
              <a:t>Agenda point title</a:t>
            </a:r>
            <a:endParaRPr lang="en-US" dirty="0"/>
          </a:p>
        </p:txBody>
      </p:sp>
      <p:sp>
        <p:nvSpPr>
          <p:cNvPr id="8" name="Text Placeholder 4"/>
          <p:cNvSpPr>
            <a:spLocks noGrp="1"/>
          </p:cNvSpPr>
          <p:nvPr>
            <p:ph type="body" sz="quarter" idx="21" hasCustomPrompt="1"/>
          </p:nvPr>
        </p:nvSpPr>
        <p:spPr>
          <a:xfrm>
            <a:off x="1080126" y="1361399"/>
            <a:ext cx="7383462" cy="275509"/>
          </a:xfrm>
          <a:prstGeom prst="rect">
            <a:avLst/>
          </a:prstGeom>
        </p:spPr>
        <p:txBody>
          <a:bodyPr lIns="0" tIns="0" rIns="0" bIns="0" anchor="ctr"/>
          <a:lstStyle>
            <a:lvl1pPr marL="0" indent="0">
              <a:buNone/>
              <a:defRPr sz="1100" baseline="0">
                <a:solidFill>
                  <a:schemeClr val="tx2">
                    <a:lumMod val="75000"/>
                  </a:schemeClr>
                </a:solidFill>
              </a:defRPr>
            </a:lvl1pPr>
            <a:lvl2pPr marL="457200" indent="0">
              <a:buNone/>
              <a:defRPr sz="1600">
                <a:solidFill>
                  <a:schemeClr val="accent3">
                    <a:lumMod val="75000"/>
                    <a:lumOff val="25000"/>
                  </a:schemeClr>
                </a:solidFill>
              </a:defRPr>
            </a:lvl2pPr>
            <a:lvl3pPr marL="914400" indent="0">
              <a:buNone/>
              <a:defRPr sz="1400">
                <a:solidFill>
                  <a:schemeClr val="accent3">
                    <a:lumMod val="75000"/>
                    <a:lumOff val="25000"/>
                  </a:schemeClr>
                </a:solidFill>
              </a:defRPr>
            </a:lvl3pPr>
            <a:lvl4pPr marL="1371600" indent="0">
              <a:buNone/>
              <a:defRPr sz="1200">
                <a:solidFill>
                  <a:schemeClr val="accent3">
                    <a:lumMod val="75000"/>
                    <a:lumOff val="25000"/>
                  </a:schemeClr>
                </a:solidFill>
              </a:defRPr>
            </a:lvl4pPr>
            <a:lvl5pPr marL="1828800" indent="0">
              <a:buNone/>
              <a:defRPr sz="1200">
                <a:solidFill>
                  <a:schemeClr val="accent3">
                    <a:lumMod val="75000"/>
                    <a:lumOff val="25000"/>
                  </a:schemeClr>
                </a:solidFill>
              </a:defRPr>
            </a:lvl5pPr>
          </a:lstStyle>
          <a:p>
            <a:pPr lvl="0"/>
            <a:r>
              <a:rPr lang="en-GB" dirty="0"/>
              <a:t>Sub-heading</a:t>
            </a:r>
            <a:endParaRPr lang="en-US" dirty="0"/>
          </a:p>
        </p:txBody>
      </p:sp>
      <p:sp>
        <p:nvSpPr>
          <p:cNvPr id="9" name="Text Placeholder 2"/>
          <p:cNvSpPr>
            <a:spLocks noGrp="1"/>
          </p:cNvSpPr>
          <p:nvPr>
            <p:ph type="body" sz="quarter" idx="29" hasCustomPrompt="1"/>
          </p:nvPr>
        </p:nvSpPr>
        <p:spPr>
          <a:xfrm>
            <a:off x="834967" y="1826350"/>
            <a:ext cx="7383462" cy="288341"/>
          </a:xfrm>
          <a:prstGeom prst="rect">
            <a:avLst/>
          </a:prstGeom>
        </p:spPr>
        <p:txBody>
          <a:bodyPr lIns="0" tIns="0" rIns="0" bIns="0" anchor="ctr"/>
          <a:lstStyle>
            <a:lvl1pPr marL="285750" indent="-285750">
              <a:buFont typeface="Arial" panose="020B0604020202020204" pitchFamily="34" charset="0"/>
              <a:buChar char="−"/>
              <a:defRPr sz="1400" b="0" baseline="0">
                <a:solidFill>
                  <a:schemeClr val="tx2">
                    <a:lumMod val="50000"/>
                  </a:schemeClr>
                </a:solidFill>
              </a:defRPr>
            </a:lvl1pPr>
            <a:lvl2pPr marL="457200" indent="0">
              <a:buNone/>
              <a:defRPr>
                <a:solidFill>
                  <a:schemeClr val="accent3">
                    <a:lumMod val="75000"/>
                    <a:lumOff val="25000"/>
                  </a:schemeClr>
                </a:solidFill>
              </a:defRPr>
            </a:lvl2pPr>
            <a:lvl3pPr marL="914400" indent="0">
              <a:buNone/>
              <a:defRPr>
                <a:solidFill>
                  <a:schemeClr val="accent3">
                    <a:lumMod val="75000"/>
                    <a:lumOff val="25000"/>
                  </a:schemeClr>
                </a:solidFill>
              </a:defRPr>
            </a:lvl3pPr>
            <a:lvl4pPr marL="1371600" indent="0">
              <a:buNone/>
              <a:defRPr>
                <a:solidFill>
                  <a:schemeClr val="accent3">
                    <a:lumMod val="75000"/>
                    <a:lumOff val="25000"/>
                  </a:schemeClr>
                </a:solidFill>
              </a:defRPr>
            </a:lvl4pPr>
            <a:lvl5pPr marL="1828800" indent="0">
              <a:buNone/>
              <a:defRPr>
                <a:solidFill>
                  <a:schemeClr val="accent3">
                    <a:lumMod val="75000"/>
                    <a:lumOff val="25000"/>
                  </a:schemeClr>
                </a:solidFill>
              </a:defRPr>
            </a:lvl5pPr>
          </a:lstStyle>
          <a:p>
            <a:pPr lvl="0"/>
            <a:r>
              <a:rPr lang="en-GB" dirty="0"/>
              <a:t>Agenda point title</a:t>
            </a:r>
            <a:endParaRPr lang="en-US" dirty="0"/>
          </a:p>
        </p:txBody>
      </p:sp>
      <p:sp>
        <p:nvSpPr>
          <p:cNvPr id="11" name="Text Placeholder 4"/>
          <p:cNvSpPr>
            <a:spLocks noGrp="1"/>
          </p:cNvSpPr>
          <p:nvPr>
            <p:ph type="body" sz="quarter" idx="30" hasCustomPrompt="1"/>
          </p:nvPr>
        </p:nvSpPr>
        <p:spPr>
          <a:xfrm>
            <a:off x="1080126" y="2114691"/>
            <a:ext cx="7383462" cy="275509"/>
          </a:xfrm>
          <a:prstGeom prst="rect">
            <a:avLst/>
          </a:prstGeom>
        </p:spPr>
        <p:txBody>
          <a:bodyPr lIns="0" tIns="0" rIns="0" bIns="0" anchor="ctr"/>
          <a:lstStyle>
            <a:lvl1pPr marL="0" indent="0">
              <a:buNone/>
              <a:defRPr sz="1100" baseline="0">
                <a:solidFill>
                  <a:schemeClr val="tx2">
                    <a:lumMod val="75000"/>
                  </a:schemeClr>
                </a:solidFill>
              </a:defRPr>
            </a:lvl1pPr>
            <a:lvl2pPr marL="457200" indent="0">
              <a:buNone/>
              <a:defRPr sz="1600">
                <a:solidFill>
                  <a:schemeClr val="accent3">
                    <a:lumMod val="75000"/>
                    <a:lumOff val="25000"/>
                  </a:schemeClr>
                </a:solidFill>
              </a:defRPr>
            </a:lvl2pPr>
            <a:lvl3pPr marL="914400" indent="0">
              <a:buNone/>
              <a:defRPr sz="1400">
                <a:solidFill>
                  <a:schemeClr val="accent3">
                    <a:lumMod val="75000"/>
                    <a:lumOff val="25000"/>
                  </a:schemeClr>
                </a:solidFill>
              </a:defRPr>
            </a:lvl3pPr>
            <a:lvl4pPr marL="1371600" indent="0">
              <a:buNone/>
              <a:defRPr sz="1200">
                <a:solidFill>
                  <a:schemeClr val="accent3">
                    <a:lumMod val="75000"/>
                    <a:lumOff val="25000"/>
                  </a:schemeClr>
                </a:solidFill>
              </a:defRPr>
            </a:lvl4pPr>
            <a:lvl5pPr marL="1828800" indent="0">
              <a:buNone/>
              <a:defRPr sz="1200">
                <a:solidFill>
                  <a:schemeClr val="accent3">
                    <a:lumMod val="75000"/>
                    <a:lumOff val="25000"/>
                  </a:schemeClr>
                </a:solidFill>
              </a:defRPr>
            </a:lvl5pPr>
          </a:lstStyle>
          <a:p>
            <a:pPr lvl="0"/>
            <a:r>
              <a:rPr lang="en-GB" dirty="0"/>
              <a:t>Sub-heading</a:t>
            </a:r>
            <a:endParaRPr lang="en-US" dirty="0"/>
          </a:p>
        </p:txBody>
      </p:sp>
      <p:sp>
        <p:nvSpPr>
          <p:cNvPr id="12" name="Text Placeholder 2"/>
          <p:cNvSpPr>
            <a:spLocks noGrp="1"/>
          </p:cNvSpPr>
          <p:nvPr>
            <p:ph type="body" sz="quarter" idx="31" hasCustomPrompt="1"/>
          </p:nvPr>
        </p:nvSpPr>
        <p:spPr>
          <a:xfrm>
            <a:off x="834967" y="2579769"/>
            <a:ext cx="7383462" cy="288341"/>
          </a:xfrm>
          <a:prstGeom prst="rect">
            <a:avLst/>
          </a:prstGeom>
        </p:spPr>
        <p:txBody>
          <a:bodyPr lIns="0" tIns="0" rIns="0" bIns="0" anchor="ctr"/>
          <a:lstStyle>
            <a:lvl1pPr marL="285750" indent="-285750">
              <a:buFont typeface="Arial" panose="020B0604020202020204" pitchFamily="34" charset="0"/>
              <a:buChar char="−"/>
              <a:defRPr sz="1400" b="0" baseline="0">
                <a:solidFill>
                  <a:schemeClr val="tx2">
                    <a:lumMod val="50000"/>
                  </a:schemeClr>
                </a:solidFill>
              </a:defRPr>
            </a:lvl1pPr>
            <a:lvl2pPr marL="457200" indent="0">
              <a:buNone/>
              <a:defRPr>
                <a:solidFill>
                  <a:schemeClr val="accent3">
                    <a:lumMod val="75000"/>
                    <a:lumOff val="25000"/>
                  </a:schemeClr>
                </a:solidFill>
              </a:defRPr>
            </a:lvl2pPr>
            <a:lvl3pPr marL="914400" indent="0">
              <a:buNone/>
              <a:defRPr>
                <a:solidFill>
                  <a:schemeClr val="accent3">
                    <a:lumMod val="75000"/>
                    <a:lumOff val="25000"/>
                  </a:schemeClr>
                </a:solidFill>
              </a:defRPr>
            </a:lvl3pPr>
            <a:lvl4pPr marL="1371600" indent="0">
              <a:buNone/>
              <a:defRPr>
                <a:solidFill>
                  <a:schemeClr val="accent3">
                    <a:lumMod val="75000"/>
                    <a:lumOff val="25000"/>
                  </a:schemeClr>
                </a:solidFill>
              </a:defRPr>
            </a:lvl4pPr>
            <a:lvl5pPr marL="1828800" indent="0">
              <a:buNone/>
              <a:defRPr>
                <a:solidFill>
                  <a:schemeClr val="accent3">
                    <a:lumMod val="75000"/>
                    <a:lumOff val="25000"/>
                  </a:schemeClr>
                </a:solidFill>
              </a:defRPr>
            </a:lvl5pPr>
          </a:lstStyle>
          <a:p>
            <a:pPr lvl="0"/>
            <a:r>
              <a:rPr lang="en-GB" dirty="0"/>
              <a:t>Agenda point title</a:t>
            </a:r>
            <a:endParaRPr lang="en-US" dirty="0"/>
          </a:p>
        </p:txBody>
      </p:sp>
      <p:sp>
        <p:nvSpPr>
          <p:cNvPr id="13" name="Text Placeholder 4"/>
          <p:cNvSpPr>
            <a:spLocks noGrp="1"/>
          </p:cNvSpPr>
          <p:nvPr>
            <p:ph type="body" sz="quarter" idx="32" hasCustomPrompt="1"/>
          </p:nvPr>
        </p:nvSpPr>
        <p:spPr>
          <a:xfrm>
            <a:off x="1080126" y="2865805"/>
            <a:ext cx="7383462" cy="275509"/>
          </a:xfrm>
          <a:prstGeom prst="rect">
            <a:avLst/>
          </a:prstGeom>
        </p:spPr>
        <p:txBody>
          <a:bodyPr lIns="0" tIns="0" rIns="0" bIns="0" anchor="ctr"/>
          <a:lstStyle>
            <a:lvl1pPr marL="0" indent="0">
              <a:buNone/>
              <a:defRPr sz="1100" baseline="0">
                <a:solidFill>
                  <a:schemeClr val="tx2">
                    <a:lumMod val="75000"/>
                  </a:schemeClr>
                </a:solidFill>
              </a:defRPr>
            </a:lvl1pPr>
            <a:lvl2pPr marL="457200" indent="0">
              <a:buNone/>
              <a:defRPr sz="1600">
                <a:solidFill>
                  <a:schemeClr val="accent3">
                    <a:lumMod val="75000"/>
                    <a:lumOff val="25000"/>
                  </a:schemeClr>
                </a:solidFill>
              </a:defRPr>
            </a:lvl2pPr>
            <a:lvl3pPr marL="914400" indent="0">
              <a:buNone/>
              <a:defRPr sz="1400">
                <a:solidFill>
                  <a:schemeClr val="accent3">
                    <a:lumMod val="75000"/>
                    <a:lumOff val="25000"/>
                  </a:schemeClr>
                </a:solidFill>
              </a:defRPr>
            </a:lvl3pPr>
            <a:lvl4pPr marL="1371600" indent="0">
              <a:buNone/>
              <a:defRPr sz="1200">
                <a:solidFill>
                  <a:schemeClr val="accent3">
                    <a:lumMod val="75000"/>
                    <a:lumOff val="25000"/>
                  </a:schemeClr>
                </a:solidFill>
              </a:defRPr>
            </a:lvl4pPr>
            <a:lvl5pPr marL="1828800" indent="0">
              <a:buNone/>
              <a:defRPr sz="1200">
                <a:solidFill>
                  <a:schemeClr val="accent3">
                    <a:lumMod val="75000"/>
                    <a:lumOff val="25000"/>
                  </a:schemeClr>
                </a:solidFill>
              </a:defRPr>
            </a:lvl5pPr>
          </a:lstStyle>
          <a:p>
            <a:pPr lvl="0"/>
            <a:r>
              <a:rPr lang="en-GB" dirty="0"/>
              <a:t>Sub-heading</a:t>
            </a:r>
            <a:endParaRPr lang="en-US" dirty="0"/>
          </a:p>
        </p:txBody>
      </p:sp>
      <p:sp>
        <p:nvSpPr>
          <p:cNvPr id="14" name="Text Placeholder 2"/>
          <p:cNvSpPr>
            <a:spLocks noGrp="1"/>
          </p:cNvSpPr>
          <p:nvPr>
            <p:ph type="body" sz="quarter" idx="33" hasCustomPrompt="1"/>
          </p:nvPr>
        </p:nvSpPr>
        <p:spPr>
          <a:xfrm>
            <a:off x="834967" y="3300882"/>
            <a:ext cx="7383462" cy="288341"/>
          </a:xfrm>
          <a:prstGeom prst="rect">
            <a:avLst/>
          </a:prstGeom>
        </p:spPr>
        <p:txBody>
          <a:bodyPr lIns="0" tIns="0" rIns="0" bIns="0" anchor="ctr"/>
          <a:lstStyle>
            <a:lvl1pPr marL="285750" indent="-285750">
              <a:buFont typeface="Arial" panose="020B0604020202020204" pitchFamily="34" charset="0"/>
              <a:buChar char="−"/>
              <a:defRPr sz="1400" b="0" baseline="0">
                <a:solidFill>
                  <a:schemeClr val="tx2">
                    <a:lumMod val="50000"/>
                  </a:schemeClr>
                </a:solidFill>
              </a:defRPr>
            </a:lvl1pPr>
            <a:lvl2pPr marL="457200" indent="0">
              <a:buNone/>
              <a:defRPr>
                <a:solidFill>
                  <a:schemeClr val="accent3">
                    <a:lumMod val="75000"/>
                    <a:lumOff val="25000"/>
                  </a:schemeClr>
                </a:solidFill>
              </a:defRPr>
            </a:lvl2pPr>
            <a:lvl3pPr marL="914400" indent="0">
              <a:buNone/>
              <a:defRPr>
                <a:solidFill>
                  <a:schemeClr val="accent3">
                    <a:lumMod val="75000"/>
                    <a:lumOff val="25000"/>
                  </a:schemeClr>
                </a:solidFill>
              </a:defRPr>
            </a:lvl3pPr>
            <a:lvl4pPr marL="1371600" indent="0">
              <a:buNone/>
              <a:defRPr>
                <a:solidFill>
                  <a:schemeClr val="accent3">
                    <a:lumMod val="75000"/>
                    <a:lumOff val="25000"/>
                  </a:schemeClr>
                </a:solidFill>
              </a:defRPr>
            </a:lvl4pPr>
            <a:lvl5pPr marL="1828800" indent="0">
              <a:buNone/>
              <a:defRPr>
                <a:solidFill>
                  <a:schemeClr val="accent3">
                    <a:lumMod val="75000"/>
                    <a:lumOff val="25000"/>
                  </a:schemeClr>
                </a:solidFill>
              </a:defRPr>
            </a:lvl5pPr>
          </a:lstStyle>
          <a:p>
            <a:pPr lvl="0"/>
            <a:r>
              <a:rPr lang="en-GB" dirty="0"/>
              <a:t>Agenda point title</a:t>
            </a:r>
            <a:endParaRPr lang="en-US" dirty="0"/>
          </a:p>
        </p:txBody>
      </p:sp>
      <p:sp>
        <p:nvSpPr>
          <p:cNvPr id="15" name="Text Placeholder 4"/>
          <p:cNvSpPr>
            <a:spLocks noGrp="1"/>
          </p:cNvSpPr>
          <p:nvPr>
            <p:ph type="body" sz="quarter" idx="34" hasCustomPrompt="1"/>
          </p:nvPr>
        </p:nvSpPr>
        <p:spPr>
          <a:xfrm>
            <a:off x="1080126" y="3597325"/>
            <a:ext cx="7383462" cy="275509"/>
          </a:xfrm>
          <a:prstGeom prst="rect">
            <a:avLst/>
          </a:prstGeom>
        </p:spPr>
        <p:txBody>
          <a:bodyPr lIns="0" tIns="0" rIns="0" bIns="0" anchor="ctr"/>
          <a:lstStyle>
            <a:lvl1pPr marL="0" indent="0">
              <a:buNone/>
              <a:defRPr sz="1100" baseline="0">
                <a:solidFill>
                  <a:schemeClr val="tx2">
                    <a:lumMod val="75000"/>
                  </a:schemeClr>
                </a:solidFill>
              </a:defRPr>
            </a:lvl1pPr>
            <a:lvl2pPr marL="457200" indent="0">
              <a:buNone/>
              <a:defRPr sz="1600">
                <a:solidFill>
                  <a:schemeClr val="accent3">
                    <a:lumMod val="75000"/>
                    <a:lumOff val="25000"/>
                  </a:schemeClr>
                </a:solidFill>
              </a:defRPr>
            </a:lvl2pPr>
            <a:lvl3pPr marL="914400" indent="0">
              <a:buNone/>
              <a:defRPr sz="1400">
                <a:solidFill>
                  <a:schemeClr val="accent3">
                    <a:lumMod val="75000"/>
                    <a:lumOff val="25000"/>
                  </a:schemeClr>
                </a:solidFill>
              </a:defRPr>
            </a:lvl3pPr>
            <a:lvl4pPr marL="1371600" indent="0">
              <a:buNone/>
              <a:defRPr sz="1200">
                <a:solidFill>
                  <a:schemeClr val="accent3">
                    <a:lumMod val="75000"/>
                    <a:lumOff val="25000"/>
                  </a:schemeClr>
                </a:solidFill>
              </a:defRPr>
            </a:lvl4pPr>
            <a:lvl5pPr marL="1828800" indent="0">
              <a:buNone/>
              <a:defRPr sz="1200">
                <a:solidFill>
                  <a:schemeClr val="accent3">
                    <a:lumMod val="75000"/>
                    <a:lumOff val="25000"/>
                  </a:schemeClr>
                </a:solidFill>
              </a:defRPr>
            </a:lvl5pPr>
          </a:lstStyle>
          <a:p>
            <a:pPr lvl="0"/>
            <a:r>
              <a:rPr lang="en-GB" dirty="0"/>
              <a:t>Sub-heading</a:t>
            </a:r>
            <a:endParaRPr lang="en-US" dirty="0"/>
          </a:p>
        </p:txBody>
      </p:sp>
      <p:sp>
        <p:nvSpPr>
          <p:cNvPr id="16" name="Text Placeholder 2"/>
          <p:cNvSpPr>
            <a:spLocks noGrp="1"/>
          </p:cNvSpPr>
          <p:nvPr>
            <p:ph type="body" sz="quarter" idx="35" hasCustomPrompt="1"/>
          </p:nvPr>
        </p:nvSpPr>
        <p:spPr>
          <a:xfrm>
            <a:off x="834967" y="4031891"/>
            <a:ext cx="7383462" cy="288341"/>
          </a:xfrm>
          <a:prstGeom prst="rect">
            <a:avLst/>
          </a:prstGeom>
        </p:spPr>
        <p:txBody>
          <a:bodyPr lIns="0" tIns="0" rIns="0" bIns="0" anchor="ctr"/>
          <a:lstStyle>
            <a:lvl1pPr marL="285750" indent="-285750">
              <a:buFont typeface="Arial" panose="020B0604020202020204" pitchFamily="34" charset="0"/>
              <a:buChar char="−"/>
              <a:defRPr sz="1400" b="0" baseline="0">
                <a:solidFill>
                  <a:schemeClr val="tx2">
                    <a:lumMod val="50000"/>
                  </a:schemeClr>
                </a:solidFill>
              </a:defRPr>
            </a:lvl1pPr>
            <a:lvl2pPr marL="457200" indent="0">
              <a:buNone/>
              <a:defRPr>
                <a:solidFill>
                  <a:schemeClr val="accent3">
                    <a:lumMod val="75000"/>
                    <a:lumOff val="25000"/>
                  </a:schemeClr>
                </a:solidFill>
              </a:defRPr>
            </a:lvl2pPr>
            <a:lvl3pPr marL="914400" indent="0">
              <a:buNone/>
              <a:defRPr>
                <a:solidFill>
                  <a:schemeClr val="accent3">
                    <a:lumMod val="75000"/>
                    <a:lumOff val="25000"/>
                  </a:schemeClr>
                </a:solidFill>
              </a:defRPr>
            </a:lvl3pPr>
            <a:lvl4pPr marL="1371600" indent="0">
              <a:buNone/>
              <a:defRPr>
                <a:solidFill>
                  <a:schemeClr val="accent3">
                    <a:lumMod val="75000"/>
                    <a:lumOff val="25000"/>
                  </a:schemeClr>
                </a:solidFill>
              </a:defRPr>
            </a:lvl4pPr>
            <a:lvl5pPr marL="1828800" indent="0">
              <a:buNone/>
              <a:defRPr>
                <a:solidFill>
                  <a:schemeClr val="accent3">
                    <a:lumMod val="75000"/>
                    <a:lumOff val="25000"/>
                  </a:schemeClr>
                </a:solidFill>
              </a:defRPr>
            </a:lvl5pPr>
          </a:lstStyle>
          <a:p>
            <a:pPr lvl="0"/>
            <a:r>
              <a:rPr lang="en-GB" dirty="0"/>
              <a:t>Agenda point title</a:t>
            </a:r>
            <a:endParaRPr lang="en-US" dirty="0"/>
          </a:p>
        </p:txBody>
      </p:sp>
      <p:sp>
        <p:nvSpPr>
          <p:cNvPr id="17" name="Text Placeholder 4"/>
          <p:cNvSpPr>
            <a:spLocks noGrp="1"/>
          </p:cNvSpPr>
          <p:nvPr>
            <p:ph type="body" sz="quarter" idx="36" hasCustomPrompt="1"/>
          </p:nvPr>
        </p:nvSpPr>
        <p:spPr>
          <a:xfrm>
            <a:off x="1080126" y="4328845"/>
            <a:ext cx="7383462" cy="275509"/>
          </a:xfrm>
          <a:prstGeom prst="rect">
            <a:avLst/>
          </a:prstGeom>
        </p:spPr>
        <p:txBody>
          <a:bodyPr lIns="0" tIns="0" rIns="0" bIns="0" anchor="ctr"/>
          <a:lstStyle>
            <a:lvl1pPr marL="0" indent="0">
              <a:buNone/>
              <a:defRPr sz="1100" baseline="0">
                <a:solidFill>
                  <a:schemeClr val="tx2">
                    <a:lumMod val="75000"/>
                  </a:schemeClr>
                </a:solidFill>
              </a:defRPr>
            </a:lvl1pPr>
            <a:lvl2pPr marL="457200" indent="0">
              <a:buNone/>
              <a:defRPr sz="1600">
                <a:solidFill>
                  <a:schemeClr val="accent3">
                    <a:lumMod val="75000"/>
                    <a:lumOff val="25000"/>
                  </a:schemeClr>
                </a:solidFill>
              </a:defRPr>
            </a:lvl2pPr>
            <a:lvl3pPr marL="914400" indent="0">
              <a:buNone/>
              <a:defRPr sz="1400">
                <a:solidFill>
                  <a:schemeClr val="accent3">
                    <a:lumMod val="75000"/>
                    <a:lumOff val="25000"/>
                  </a:schemeClr>
                </a:solidFill>
              </a:defRPr>
            </a:lvl3pPr>
            <a:lvl4pPr marL="1371600" indent="0">
              <a:buNone/>
              <a:defRPr sz="1200">
                <a:solidFill>
                  <a:schemeClr val="accent3">
                    <a:lumMod val="75000"/>
                    <a:lumOff val="25000"/>
                  </a:schemeClr>
                </a:solidFill>
              </a:defRPr>
            </a:lvl4pPr>
            <a:lvl5pPr marL="1828800" indent="0">
              <a:buNone/>
              <a:defRPr sz="1200">
                <a:solidFill>
                  <a:schemeClr val="accent3">
                    <a:lumMod val="75000"/>
                    <a:lumOff val="25000"/>
                  </a:schemeClr>
                </a:solidFill>
              </a:defRPr>
            </a:lvl5pPr>
          </a:lstStyle>
          <a:p>
            <a:pPr lvl="0"/>
            <a:r>
              <a:rPr lang="en-GB" dirty="0"/>
              <a:t>Sub-heading</a:t>
            </a:r>
            <a:endParaRPr lang="en-US" dirty="0"/>
          </a:p>
        </p:txBody>
      </p:sp>
      <p:sp>
        <p:nvSpPr>
          <p:cNvPr id="20" name="Title 1"/>
          <p:cNvSpPr>
            <a:spLocks noGrp="1"/>
          </p:cNvSpPr>
          <p:nvPr>
            <p:ph type="title" hasCustomPrompt="1"/>
          </p:nvPr>
        </p:nvSpPr>
        <p:spPr>
          <a:xfrm>
            <a:off x="466487" y="34676"/>
            <a:ext cx="8229600" cy="707886"/>
          </a:xfrm>
          <a:prstGeom prst="rect">
            <a:avLst/>
          </a:prstGeom>
        </p:spPr>
        <p:txBody>
          <a:bodyPr/>
          <a:lstStyle>
            <a:lvl1pPr>
              <a:defRPr>
                <a:solidFill>
                  <a:schemeClr val="accent1"/>
                </a:solidFill>
              </a:defRPr>
            </a:lvl1pPr>
          </a:lstStyle>
          <a:p>
            <a:r>
              <a:rPr lang="en-US" dirty="0"/>
              <a:t>Click to edit Agenda title style</a:t>
            </a:r>
            <a:endParaRPr lang="en-GB" dirty="0"/>
          </a:p>
        </p:txBody>
      </p:sp>
      <p:cxnSp>
        <p:nvCxnSpPr>
          <p:cNvPr id="18" name="Straight Connector 17"/>
          <p:cNvCxnSpPr/>
          <p:nvPr userDrawn="1"/>
        </p:nvCxnSpPr>
        <p:spPr>
          <a:xfrm>
            <a:off x="230982" y="777240"/>
            <a:ext cx="8682035" cy="0"/>
          </a:xfrm>
          <a:prstGeom prst="line">
            <a:avLst/>
          </a:prstGeom>
          <a:ln w="3175" cmpd="sng">
            <a:solidFill>
              <a:srgbClr val="727272"/>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579783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Plain Title and Content Slide">
    <p:spTree>
      <p:nvGrpSpPr>
        <p:cNvPr id="1" name=""/>
        <p:cNvGrpSpPr/>
        <p:nvPr/>
      </p:nvGrpSpPr>
      <p:grpSpPr>
        <a:xfrm>
          <a:off x="0" y="0"/>
          <a:ext cx="0" cy="0"/>
          <a:chOff x="0" y="0"/>
          <a:chExt cx="0" cy="0"/>
        </a:xfrm>
      </p:grpSpPr>
      <p:sp>
        <p:nvSpPr>
          <p:cNvPr id="2" name="Title 1"/>
          <p:cNvSpPr>
            <a:spLocks noGrp="1"/>
          </p:cNvSpPr>
          <p:nvPr>
            <p:ph type="title"/>
          </p:nvPr>
        </p:nvSpPr>
        <p:spPr>
          <a:xfrm>
            <a:off x="466487" y="34676"/>
            <a:ext cx="8229600" cy="707886"/>
          </a:xfrm>
          <a:prstGeom prst="rect">
            <a:avLst/>
          </a:prstGeom>
        </p:spPr>
        <p:txBody>
          <a:bodyPr lIns="0">
            <a:noAutofit/>
          </a:bodyPr>
          <a:lstStyle>
            <a:lvl1pPr>
              <a:defRPr>
                <a:solidFill>
                  <a:schemeClr val="accent1"/>
                </a:solidFill>
              </a:defRPr>
            </a:lvl1pPr>
          </a:lstStyle>
          <a:p>
            <a:r>
              <a:rPr lang="en-US" dirty="0"/>
              <a:t>Click to edit Master title style</a:t>
            </a:r>
            <a:endParaRPr lang="en-GB" dirty="0"/>
          </a:p>
        </p:txBody>
      </p:sp>
      <p:sp>
        <p:nvSpPr>
          <p:cNvPr id="6" name="Slide Number Placeholder 5"/>
          <p:cNvSpPr>
            <a:spLocks noGrp="1"/>
          </p:cNvSpPr>
          <p:nvPr>
            <p:ph type="sldNum" sz="quarter" idx="12"/>
          </p:nvPr>
        </p:nvSpPr>
        <p:spPr>
          <a:xfrm>
            <a:off x="6553200" y="4766343"/>
            <a:ext cx="2133600" cy="274637"/>
          </a:xfrm>
          <a:prstGeom prst="rect">
            <a:avLst/>
          </a:prstGeom>
        </p:spPr>
        <p:txBody>
          <a:bodyPr/>
          <a:lstStyle>
            <a:lvl1pPr algn="r">
              <a:defRPr sz="800" b="1">
                <a:solidFill>
                  <a:schemeClr val="accent1"/>
                </a:solidFill>
              </a:defRPr>
            </a:lvl1pPr>
          </a:lstStyle>
          <a:p>
            <a:fld id="{9006A104-EB2E-4D2A-BC7D-4B0E21063193}" type="slidenum">
              <a:rPr lang="en-GB" smtClean="0"/>
              <a:pPr/>
              <a:t>‹#›</a:t>
            </a:fld>
            <a:endParaRPr lang="en-GB" dirty="0"/>
          </a:p>
        </p:txBody>
      </p:sp>
      <p:sp>
        <p:nvSpPr>
          <p:cNvPr id="5" name="Text Placeholder 2"/>
          <p:cNvSpPr>
            <a:spLocks noGrp="1"/>
          </p:cNvSpPr>
          <p:nvPr>
            <p:ph idx="1"/>
          </p:nvPr>
        </p:nvSpPr>
        <p:spPr>
          <a:xfrm>
            <a:off x="466487" y="945776"/>
            <a:ext cx="8229600" cy="3667483"/>
          </a:xfrm>
          <a:prstGeom prst="rect">
            <a:avLst/>
          </a:prstGeom>
        </p:spPr>
        <p:txBody>
          <a:bodyPr vert="horz" lIns="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cxnSp>
        <p:nvCxnSpPr>
          <p:cNvPr id="8" name="Straight Connector 7"/>
          <p:cNvCxnSpPr/>
          <p:nvPr userDrawn="1"/>
        </p:nvCxnSpPr>
        <p:spPr>
          <a:xfrm>
            <a:off x="230982" y="777240"/>
            <a:ext cx="8682035" cy="0"/>
          </a:xfrm>
          <a:prstGeom prst="line">
            <a:avLst/>
          </a:prstGeom>
          <a:ln w="3175" cmpd="sng">
            <a:solidFill>
              <a:srgbClr val="727272"/>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216140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Plain Two Column Content Slide">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200161"/>
            <a:ext cx="4038600" cy="3394075"/>
          </a:xfrm>
          <a:prstGeom prst="rect">
            <a:avLst/>
          </a:prstGeom>
        </p:spPr>
        <p:txBody>
          <a:bodyPr/>
          <a:lstStyle>
            <a:lvl1pPr>
              <a:defRPr sz="1800"/>
            </a:lvl1pPr>
            <a:lvl2pPr>
              <a:defRPr sz="16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p:cNvSpPr>
            <a:spLocks noGrp="1"/>
          </p:cNvSpPr>
          <p:nvPr>
            <p:ph sz="half" idx="2"/>
          </p:nvPr>
        </p:nvSpPr>
        <p:spPr>
          <a:xfrm>
            <a:off x="4648200" y="1200161"/>
            <a:ext cx="4038600" cy="3394075"/>
          </a:xfrm>
          <a:prstGeom prst="rect">
            <a:avLst/>
          </a:prstGeom>
        </p:spPr>
        <p:txBody>
          <a:bodyPr/>
          <a:lstStyle>
            <a:lvl1pPr>
              <a:defRPr sz="1800"/>
            </a:lvl1pPr>
            <a:lvl2pPr>
              <a:defRPr sz="1600"/>
            </a:lvl2pPr>
            <a:lvl3pPr>
              <a:defRPr sz="1600"/>
            </a:lvl3pPr>
            <a:lvl4pPr>
              <a:defRPr sz="1400"/>
            </a:lvl4pPr>
            <a:lvl5pPr>
              <a:defRPr sz="12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7" name="Slide Number Placeholder 6"/>
          <p:cNvSpPr>
            <a:spLocks noGrp="1"/>
          </p:cNvSpPr>
          <p:nvPr>
            <p:ph type="sldNum" sz="quarter" idx="12"/>
          </p:nvPr>
        </p:nvSpPr>
        <p:spPr>
          <a:xfrm>
            <a:off x="6553200" y="4767277"/>
            <a:ext cx="2133600" cy="274637"/>
          </a:xfrm>
          <a:prstGeom prst="rect">
            <a:avLst/>
          </a:prstGeom>
        </p:spPr>
        <p:txBody>
          <a:bodyPr/>
          <a:lstStyle>
            <a:lvl1pPr algn="r">
              <a:defRPr sz="800" b="1">
                <a:solidFill>
                  <a:schemeClr val="accent1"/>
                </a:solidFill>
              </a:defRPr>
            </a:lvl1pPr>
          </a:lstStyle>
          <a:p>
            <a:fld id="{9006A104-EB2E-4D2A-BC7D-4B0E21063193}" type="slidenum">
              <a:rPr lang="en-GB" smtClean="0"/>
              <a:pPr/>
              <a:t>‹#›</a:t>
            </a:fld>
            <a:endParaRPr lang="en-GB" dirty="0"/>
          </a:p>
        </p:txBody>
      </p:sp>
      <p:sp>
        <p:nvSpPr>
          <p:cNvPr id="6" name="Title 1"/>
          <p:cNvSpPr>
            <a:spLocks noGrp="1"/>
          </p:cNvSpPr>
          <p:nvPr>
            <p:ph type="title"/>
          </p:nvPr>
        </p:nvSpPr>
        <p:spPr>
          <a:xfrm>
            <a:off x="466487" y="34676"/>
            <a:ext cx="8229600" cy="707886"/>
          </a:xfrm>
          <a:prstGeom prst="rect">
            <a:avLst/>
          </a:prstGeom>
        </p:spPr>
        <p:txBody>
          <a:bodyPr/>
          <a:lstStyle>
            <a:lvl1pPr>
              <a:defRPr>
                <a:solidFill>
                  <a:schemeClr val="accent1"/>
                </a:solidFill>
              </a:defRPr>
            </a:lvl1pPr>
          </a:lstStyle>
          <a:p>
            <a:r>
              <a:rPr lang="en-US" dirty="0"/>
              <a:t>Click to edit Master title style</a:t>
            </a:r>
            <a:endParaRPr lang="en-GB" dirty="0"/>
          </a:p>
        </p:txBody>
      </p:sp>
      <p:cxnSp>
        <p:nvCxnSpPr>
          <p:cNvPr id="9" name="Straight Connector 8"/>
          <p:cNvCxnSpPr/>
          <p:nvPr userDrawn="1"/>
        </p:nvCxnSpPr>
        <p:spPr>
          <a:xfrm>
            <a:off x="230982" y="777240"/>
            <a:ext cx="8682035" cy="0"/>
          </a:xfrm>
          <a:prstGeom prst="line">
            <a:avLst/>
          </a:prstGeom>
          <a:ln w="3175" cmpd="sng">
            <a:solidFill>
              <a:srgbClr val="727272"/>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473917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Plain 4_4 Grid Content Slide">
    <p:spTree>
      <p:nvGrpSpPr>
        <p:cNvPr id="1" name=""/>
        <p:cNvGrpSpPr/>
        <p:nvPr/>
      </p:nvGrpSpPr>
      <p:grpSpPr>
        <a:xfrm>
          <a:off x="0" y="0"/>
          <a:ext cx="0" cy="0"/>
          <a:chOff x="0" y="0"/>
          <a:chExt cx="0" cy="0"/>
        </a:xfrm>
      </p:grpSpPr>
      <p:sp>
        <p:nvSpPr>
          <p:cNvPr id="3" name="Content Placeholder 2"/>
          <p:cNvSpPr>
            <a:spLocks noGrp="1"/>
          </p:cNvSpPr>
          <p:nvPr>
            <p:ph sz="quarter" idx="23"/>
          </p:nvPr>
        </p:nvSpPr>
        <p:spPr>
          <a:xfrm>
            <a:off x="457199" y="1064941"/>
            <a:ext cx="3902928" cy="1676400"/>
          </a:xfrm>
          <a:prstGeom prst="rect">
            <a:avLst/>
          </a:prstGeom>
        </p:spPr>
        <p:txBody>
          <a:bodyPr lIns="0" tIns="0" rIns="91440" bIns="0"/>
          <a:lstStyle>
            <a:lvl1pPr>
              <a:defRPr sz="1200">
                <a:solidFill>
                  <a:schemeClr val="tx2"/>
                </a:solidFill>
                <a:latin typeface="Arial"/>
                <a:cs typeface="Arial"/>
              </a:defRPr>
            </a:lvl1pPr>
            <a:lvl2pPr>
              <a:defRPr sz="1200">
                <a:solidFill>
                  <a:schemeClr val="tx2"/>
                </a:solidFill>
                <a:latin typeface="Arial"/>
                <a:cs typeface="Arial"/>
              </a:defRPr>
            </a:lvl2pPr>
            <a:lvl3pPr>
              <a:defRPr sz="1200">
                <a:solidFill>
                  <a:schemeClr val="tx2"/>
                </a:solidFill>
                <a:latin typeface="Arial"/>
                <a:cs typeface="Arial"/>
              </a:defRPr>
            </a:lvl3pPr>
            <a:lvl4pPr>
              <a:defRPr sz="1200">
                <a:solidFill>
                  <a:schemeClr val="tx2"/>
                </a:solidFill>
                <a:latin typeface="Arial"/>
                <a:cs typeface="Arial"/>
              </a:defRPr>
            </a:lvl4pPr>
            <a:lvl5pPr>
              <a:defRPr sz="1200">
                <a:solidFill>
                  <a:schemeClr val="tx2"/>
                </a:solidFill>
                <a:latin typeface="Arial"/>
                <a:cs typeface="Aria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Content Placeholder 2"/>
          <p:cNvSpPr>
            <a:spLocks noGrp="1"/>
          </p:cNvSpPr>
          <p:nvPr>
            <p:ph sz="quarter" idx="24"/>
          </p:nvPr>
        </p:nvSpPr>
        <p:spPr>
          <a:xfrm>
            <a:off x="4783872" y="1064941"/>
            <a:ext cx="3902928" cy="1676400"/>
          </a:xfrm>
          <a:prstGeom prst="rect">
            <a:avLst/>
          </a:prstGeom>
        </p:spPr>
        <p:txBody>
          <a:bodyPr lIns="0" tIns="0" rIns="91440" bIns="0"/>
          <a:lstStyle>
            <a:lvl1pPr>
              <a:defRPr sz="1200">
                <a:solidFill>
                  <a:schemeClr val="tx2"/>
                </a:solidFill>
                <a:latin typeface="Arial"/>
                <a:cs typeface="Arial"/>
              </a:defRPr>
            </a:lvl1pPr>
            <a:lvl2pPr>
              <a:defRPr sz="1200">
                <a:solidFill>
                  <a:schemeClr val="tx2"/>
                </a:solidFill>
                <a:latin typeface="Arial"/>
                <a:cs typeface="Arial"/>
              </a:defRPr>
            </a:lvl2pPr>
            <a:lvl3pPr>
              <a:defRPr sz="1200">
                <a:solidFill>
                  <a:schemeClr val="tx2"/>
                </a:solidFill>
                <a:latin typeface="Arial"/>
                <a:cs typeface="Arial"/>
              </a:defRPr>
            </a:lvl3pPr>
            <a:lvl4pPr>
              <a:defRPr sz="1200">
                <a:solidFill>
                  <a:schemeClr val="tx2"/>
                </a:solidFill>
                <a:latin typeface="Arial"/>
                <a:cs typeface="Arial"/>
              </a:defRPr>
            </a:lvl4pPr>
            <a:lvl5pPr>
              <a:defRPr sz="1200">
                <a:solidFill>
                  <a:schemeClr val="tx2"/>
                </a:solidFill>
                <a:latin typeface="Arial"/>
                <a:cs typeface="Aria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Content Placeholder 2"/>
          <p:cNvSpPr>
            <a:spLocks noGrp="1"/>
          </p:cNvSpPr>
          <p:nvPr>
            <p:ph sz="quarter" idx="25"/>
          </p:nvPr>
        </p:nvSpPr>
        <p:spPr>
          <a:xfrm>
            <a:off x="473926" y="3043912"/>
            <a:ext cx="3902928" cy="1676400"/>
          </a:xfrm>
          <a:prstGeom prst="rect">
            <a:avLst/>
          </a:prstGeom>
        </p:spPr>
        <p:txBody>
          <a:bodyPr lIns="0" tIns="0" rIns="91440" bIns="0"/>
          <a:lstStyle>
            <a:lvl1pPr>
              <a:defRPr sz="1200">
                <a:solidFill>
                  <a:schemeClr val="tx2"/>
                </a:solidFill>
                <a:latin typeface="Arial"/>
                <a:cs typeface="Arial"/>
              </a:defRPr>
            </a:lvl1pPr>
            <a:lvl2pPr>
              <a:defRPr sz="1200">
                <a:solidFill>
                  <a:schemeClr val="tx2"/>
                </a:solidFill>
                <a:latin typeface="Arial"/>
                <a:cs typeface="Arial"/>
              </a:defRPr>
            </a:lvl2pPr>
            <a:lvl3pPr>
              <a:defRPr sz="1200">
                <a:solidFill>
                  <a:schemeClr val="tx2"/>
                </a:solidFill>
                <a:latin typeface="Arial"/>
                <a:cs typeface="Arial"/>
              </a:defRPr>
            </a:lvl3pPr>
            <a:lvl4pPr>
              <a:defRPr sz="1200">
                <a:solidFill>
                  <a:schemeClr val="tx2"/>
                </a:solidFill>
                <a:latin typeface="Arial"/>
                <a:cs typeface="Arial"/>
              </a:defRPr>
            </a:lvl4pPr>
            <a:lvl5pPr>
              <a:defRPr sz="1200">
                <a:solidFill>
                  <a:schemeClr val="tx2"/>
                </a:solidFill>
                <a:latin typeface="Arial"/>
                <a:cs typeface="Aria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Content Placeholder 2"/>
          <p:cNvSpPr>
            <a:spLocks noGrp="1"/>
          </p:cNvSpPr>
          <p:nvPr>
            <p:ph sz="quarter" idx="26"/>
          </p:nvPr>
        </p:nvSpPr>
        <p:spPr>
          <a:xfrm>
            <a:off x="4800599" y="3043912"/>
            <a:ext cx="3902928" cy="1676400"/>
          </a:xfrm>
          <a:prstGeom prst="rect">
            <a:avLst/>
          </a:prstGeom>
        </p:spPr>
        <p:txBody>
          <a:bodyPr lIns="0" tIns="0" rIns="91440" bIns="0"/>
          <a:lstStyle>
            <a:lvl1pPr>
              <a:defRPr sz="1200">
                <a:solidFill>
                  <a:schemeClr val="tx2"/>
                </a:solidFill>
                <a:latin typeface="Arial"/>
                <a:cs typeface="Arial"/>
              </a:defRPr>
            </a:lvl1pPr>
            <a:lvl2pPr>
              <a:defRPr sz="1200">
                <a:solidFill>
                  <a:schemeClr val="tx2"/>
                </a:solidFill>
                <a:latin typeface="Arial"/>
                <a:cs typeface="Arial"/>
              </a:defRPr>
            </a:lvl2pPr>
            <a:lvl3pPr>
              <a:defRPr sz="1200">
                <a:solidFill>
                  <a:schemeClr val="tx2"/>
                </a:solidFill>
                <a:latin typeface="Arial"/>
                <a:cs typeface="Arial"/>
              </a:defRPr>
            </a:lvl3pPr>
            <a:lvl4pPr>
              <a:defRPr sz="1200">
                <a:solidFill>
                  <a:schemeClr val="tx2"/>
                </a:solidFill>
                <a:latin typeface="Arial"/>
                <a:cs typeface="Arial"/>
              </a:defRPr>
            </a:lvl4pPr>
            <a:lvl5pPr>
              <a:defRPr sz="1200">
                <a:solidFill>
                  <a:schemeClr val="tx2"/>
                </a:solidFill>
                <a:latin typeface="Arial"/>
                <a:cs typeface="Aria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Slide Number Placeholder 1"/>
          <p:cNvSpPr>
            <a:spLocks noGrp="1"/>
          </p:cNvSpPr>
          <p:nvPr>
            <p:ph type="sldNum" sz="quarter" idx="27"/>
          </p:nvPr>
        </p:nvSpPr>
        <p:spPr>
          <a:xfrm>
            <a:off x="6553200" y="4767277"/>
            <a:ext cx="2133600" cy="274637"/>
          </a:xfrm>
          <a:prstGeom prst="rect">
            <a:avLst/>
          </a:prstGeom>
        </p:spPr>
        <p:txBody>
          <a:bodyPr/>
          <a:lstStyle>
            <a:lvl1pPr algn="r">
              <a:defRPr sz="800" b="1">
                <a:solidFill>
                  <a:schemeClr val="accent1"/>
                </a:solidFill>
              </a:defRPr>
            </a:lvl1pPr>
          </a:lstStyle>
          <a:p>
            <a:fld id="{9006A104-EB2E-4D2A-BC7D-4B0E21063193}" type="slidenum">
              <a:rPr lang="en-GB" smtClean="0"/>
              <a:pPr/>
              <a:t>‹#›</a:t>
            </a:fld>
            <a:endParaRPr lang="en-GB" dirty="0"/>
          </a:p>
        </p:txBody>
      </p:sp>
      <p:sp>
        <p:nvSpPr>
          <p:cNvPr id="8" name="Title 1"/>
          <p:cNvSpPr>
            <a:spLocks noGrp="1"/>
          </p:cNvSpPr>
          <p:nvPr>
            <p:ph type="title"/>
          </p:nvPr>
        </p:nvSpPr>
        <p:spPr>
          <a:xfrm>
            <a:off x="466487" y="34676"/>
            <a:ext cx="8229600" cy="707886"/>
          </a:xfrm>
          <a:prstGeom prst="rect">
            <a:avLst/>
          </a:prstGeom>
        </p:spPr>
        <p:txBody>
          <a:bodyPr rIns="91440"/>
          <a:lstStyle>
            <a:lvl1pPr>
              <a:defRPr>
                <a:solidFill>
                  <a:schemeClr val="accent1"/>
                </a:solidFill>
              </a:defRPr>
            </a:lvl1pPr>
          </a:lstStyle>
          <a:p>
            <a:r>
              <a:rPr lang="en-US" dirty="0"/>
              <a:t>Click to edit Master title style</a:t>
            </a:r>
            <a:endParaRPr lang="en-GB" dirty="0"/>
          </a:p>
        </p:txBody>
      </p:sp>
      <p:cxnSp>
        <p:nvCxnSpPr>
          <p:cNvPr id="10" name="Straight Connector 9"/>
          <p:cNvCxnSpPr/>
          <p:nvPr userDrawn="1"/>
        </p:nvCxnSpPr>
        <p:spPr>
          <a:xfrm>
            <a:off x="230982" y="777240"/>
            <a:ext cx="8682035" cy="0"/>
          </a:xfrm>
          <a:prstGeom prst="line">
            <a:avLst/>
          </a:prstGeom>
          <a:ln w="3175" cmpd="sng">
            <a:solidFill>
              <a:srgbClr val="727272"/>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377875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Plain Title Only Content Slide">
    <p:spTree>
      <p:nvGrpSpPr>
        <p:cNvPr id="1" name=""/>
        <p:cNvGrpSpPr/>
        <p:nvPr/>
      </p:nvGrpSpPr>
      <p:grpSpPr>
        <a:xfrm>
          <a:off x="0" y="0"/>
          <a:ext cx="0" cy="0"/>
          <a:chOff x="0" y="0"/>
          <a:chExt cx="0" cy="0"/>
        </a:xfrm>
      </p:grpSpPr>
      <p:sp>
        <p:nvSpPr>
          <p:cNvPr id="2" name="Slide Number Placeholder 1"/>
          <p:cNvSpPr>
            <a:spLocks noGrp="1"/>
          </p:cNvSpPr>
          <p:nvPr>
            <p:ph type="sldNum" sz="quarter" idx="27"/>
          </p:nvPr>
        </p:nvSpPr>
        <p:spPr>
          <a:xfrm>
            <a:off x="6553200" y="4767277"/>
            <a:ext cx="2133600" cy="274637"/>
          </a:xfrm>
          <a:prstGeom prst="rect">
            <a:avLst/>
          </a:prstGeom>
        </p:spPr>
        <p:txBody>
          <a:bodyPr/>
          <a:lstStyle>
            <a:lvl1pPr algn="r">
              <a:defRPr sz="800" b="1">
                <a:solidFill>
                  <a:schemeClr val="accent1"/>
                </a:solidFill>
              </a:defRPr>
            </a:lvl1pPr>
          </a:lstStyle>
          <a:p>
            <a:fld id="{9006A104-EB2E-4D2A-BC7D-4B0E21063193}" type="slidenum">
              <a:rPr lang="en-GB" smtClean="0"/>
              <a:pPr/>
              <a:t>‹#›</a:t>
            </a:fld>
            <a:endParaRPr lang="en-GB" dirty="0"/>
          </a:p>
        </p:txBody>
      </p:sp>
      <p:sp>
        <p:nvSpPr>
          <p:cNvPr id="4" name="Title 1"/>
          <p:cNvSpPr>
            <a:spLocks noGrp="1"/>
          </p:cNvSpPr>
          <p:nvPr>
            <p:ph type="title"/>
          </p:nvPr>
        </p:nvSpPr>
        <p:spPr>
          <a:xfrm>
            <a:off x="466487" y="34676"/>
            <a:ext cx="8229600" cy="707886"/>
          </a:xfrm>
          <a:prstGeom prst="rect">
            <a:avLst/>
          </a:prstGeom>
        </p:spPr>
        <p:txBody>
          <a:bodyPr/>
          <a:lstStyle>
            <a:lvl1pPr>
              <a:defRPr>
                <a:solidFill>
                  <a:schemeClr val="accent1"/>
                </a:solidFill>
              </a:defRPr>
            </a:lvl1pPr>
          </a:lstStyle>
          <a:p>
            <a:r>
              <a:rPr lang="en-US" dirty="0"/>
              <a:t>Click to edit Master title style</a:t>
            </a:r>
            <a:endParaRPr lang="en-GB" dirty="0"/>
          </a:p>
        </p:txBody>
      </p:sp>
      <p:cxnSp>
        <p:nvCxnSpPr>
          <p:cNvPr id="6" name="Straight Connector 5"/>
          <p:cNvCxnSpPr/>
          <p:nvPr userDrawn="1"/>
        </p:nvCxnSpPr>
        <p:spPr>
          <a:xfrm>
            <a:off x="230982" y="777240"/>
            <a:ext cx="8682035" cy="0"/>
          </a:xfrm>
          <a:prstGeom prst="line">
            <a:avLst/>
          </a:prstGeom>
          <a:ln w="3175" cmpd="sng">
            <a:solidFill>
              <a:srgbClr val="727272"/>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0219908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9006A104-EB2E-4D2A-BC7D-4B0E21063193}" type="slidenum">
              <a:rPr lang="en-GB" smtClean="0"/>
              <a:pPr/>
              <a:t>‹#›</a:t>
            </a:fld>
            <a:endParaRPr lang="en-GB" dirty="0"/>
          </a:p>
        </p:txBody>
      </p:sp>
    </p:spTree>
    <p:extLst>
      <p:ext uri="{BB962C8B-B14F-4D97-AF65-F5344CB8AC3E}">
        <p14:creationId xmlns:p14="http://schemas.microsoft.com/office/powerpoint/2010/main" val="248278975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ustom Layout ">
    <p:spTree>
      <p:nvGrpSpPr>
        <p:cNvPr id="1" name=""/>
        <p:cNvGrpSpPr/>
        <p:nvPr/>
      </p:nvGrpSpPr>
      <p:grpSpPr>
        <a:xfrm>
          <a:off x="0" y="0"/>
          <a:ext cx="0" cy="0"/>
          <a:chOff x="0" y="0"/>
          <a:chExt cx="0" cy="0"/>
        </a:xfrm>
      </p:grpSpPr>
      <p:sp>
        <p:nvSpPr>
          <p:cNvPr id="3" name="Content Placeholder 2"/>
          <p:cNvSpPr>
            <a:spLocks noGrp="1"/>
          </p:cNvSpPr>
          <p:nvPr>
            <p:ph sz="quarter" idx="22"/>
          </p:nvPr>
        </p:nvSpPr>
        <p:spPr>
          <a:xfrm>
            <a:off x="3964263" y="1064942"/>
            <a:ext cx="4722541" cy="3775347"/>
          </a:xfrm>
          <a:prstGeom prst="rect">
            <a:avLst/>
          </a:prstGeom>
        </p:spPr>
        <p:txBody>
          <a:bodyPr lIns="0" tIns="0" rIns="0" bIns="0"/>
          <a:lstStyle>
            <a:lvl1pPr marL="228600" indent="-228600">
              <a:buFont typeface="Arial" panose="020B0604020202020204" pitchFamily="34" charset="0"/>
              <a:buChar char="–"/>
              <a:defRPr sz="1200">
                <a:solidFill>
                  <a:schemeClr val="tx1"/>
                </a:solidFill>
                <a:latin typeface="Arial"/>
                <a:cs typeface="Arial"/>
              </a:defRPr>
            </a:lvl1pPr>
            <a:lvl2pPr marL="475488" indent="-228600">
              <a:buFont typeface="Arial" panose="020B0604020202020204" pitchFamily="34" charset="0"/>
              <a:buChar char="−"/>
              <a:defRPr sz="1200">
                <a:solidFill>
                  <a:schemeClr val="tx1"/>
                </a:solidFill>
                <a:latin typeface="Arial"/>
                <a:cs typeface="Arial"/>
              </a:defRPr>
            </a:lvl2pPr>
            <a:lvl3pPr marL="704088" indent="-228600">
              <a:buFont typeface="Arial" panose="020B0604020202020204" pitchFamily="34" charset="0"/>
              <a:buChar char="−"/>
              <a:defRPr sz="1200">
                <a:solidFill>
                  <a:schemeClr val="tx1"/>
                </a:solidFill>
                <a:latin typeface="Arial"/>
                <a:cs typeface="Arial"/>
              </a:defRPr>
            </a:lvl3pPr>
            <a:lvl4pPr marL="932688" indent="-228600">
              <a:buFont typeface="Arial" panose="020B0604020202020204" pitchFamily="34" charset="0"/>
              <a:buChar char="−"/>
              <a:defRPr sz="1200">
                <a:solidFill>
                  <a:schemeClr val="tx1"/>
                </a:solidFill>
                <a:latin typeface="Arial"/>
                <a:cs typeface="Arial"/>
              </a:defRPr>
            </a:lvl4pPr>
            <a:lvl5pPr marL="1161288" indent="-228600">
              <a:buFont typeface="Arial" panose="020B0604020202020204" pitchFamily="34" charset="0"/>
              <a:buChar char="−"/>
              <a:defRPr sz="1200">
                <a:solidFill>
                  <a:schemeClr val="tx1"/>
                </a:solidFill>
                <a:latin typeface="Arial"/>
                <a:cs typeface="Aria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7" name="Picture Placeholder 21"/>
          <p:cNvSpPr>
            <a:spLocks noGrp="1"/>
          </p:cNvSpPr>
          <p:nvPr>
            <p:ph type="pic" sz="quarter" idx="24" hasCustomPrompt="1"/>
          </p:nvPr>
        </p:nvSpPr>
        <p:spPr>
          <a:xfrm>
            <a:off x="510538" y="1064942"/>
            <a:ext cx="2872741" cy="2790778"/>
          </a:xfrm>
          <a:prstGeom prst="ellipse">
            <a:avLst/>
          </a:prstGeom>
          <a:noFill/>
          <a:ln>
            <a:noFill/>
          </a:ln>
        </p:spPr>
        <p:txBody>
          <a:bodyPr anchor="t">
            <a:normAutofit/>
          </a:bodyPr>
          <a:lstStyle>
            <a:lvl1pPr marL="0" indent="0" algn="ctr">
              <a:buNone/>
              <a:defRPr sz="1300" baseline="0">
                <a:solidFill>
                  <a:schemeClr val="accent2"/>
                </a:solidFill>
                <a:latin typeface="Arial"/>
                <a:cs typeface="Arial"/>
              </a:defRPr>
            </a:lvl1pPr>
          </a:lstStyle>
          <a:p>
            <a:r>
              <a:rPr lang="en-US" dirty="0"/>
              <a:t>Insert Picture</a:t>
            </a:r>
          </a:p>
        </p:txBody>
      </p:sp>
      <p:sp>
        <p:nvSpPr>
          <p:cNvPr id="2" name="Title 1"/>
          <p:cNvSpPr>
            <a:spLocks noGrp="1"/>
          </p:cNvSpPr>
          <p:nvPr>
            <p:ph type="title"/>
          </p:nvPr>
        </p:nvSpPr>
        <p:spPr/>
        <p:txBody>
          <a:bodyPr/>
          <a:lstStyle/>
          <a:p>
            <a:r>
              <a:rPr lang="en-US" dirty="0"/>
              <a:t>Click to edit Master title style</a:t>
            </a:r>
            <a:endParaRPr lang="en-GB" dirty="0"/>
          </a:p>
        </p:txBody>
      </p:sp>
    </p:spTree>
    <p:extLst>
      <p:ext uri="{BB962C8B-B14F-4D97-AF65-F5344CB8AC3E}">
        <p14:creationId xmlns:p14="http://schemas.microsoft.com/office/powerpoint/2010/main" val="99218270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_Spotlight Slide">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9006A104-EB2E-4D2A-BC7D-4B0E21063193}" type="slidenum">
              <a:rPr lang="en-GB" smtClean="0"/>
              <a:pPr/>
              <a:t>‹#›</a:t>
            </a:fld>
            <a:endParaRPr lang="en-GB" dirty="0"/>
          </a:p>
        </p:txBody>
      </p:sp>
      <p:sp>
        <p:nvSpPr>
          <p:cNvPr id="4" name="Oval 3"/>
          <p:cNvSpPr/>
          <p:nvPr userDrawn="1"/>
        </p:nvSpPr>
        <p:spPr>
          <a:xfrm>
            <a:off x="467360" y="1029746"/>
            <a:ext cx="3238910" cy="3238910"/>
          </a:xfrm>
          <a:prstGeom prst="ellipse">
            <a:avLst/>
          </a:prstGeom>
          <a:solidFill>
            <a:srgbClr val="1284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 name="Text Placeholder 11"/>
          <p:cNvSpPr>
            <a:spLocks noGrp="1"/>
          </p:cNvSpPr>
          <p:nvPr>
            <p:ph type="body" sz="quarter" idx="23" hasCustomPrompt="1"/>
          </p:nvPr>
        </p:nvSpPr>
        <p:spPr>
          <a:xfrm>
            <a:off x="776571" y="1733043"/>
            <a:ext cx="2415231" cy="1429924"/>
          </a:xfrm>
          <a:prstGeom prst="rect">
            <a:avLst/>
          </a:prstGeom>
        </p:spPr>
        <p:txBody>
          <a:bodyPr anchor="ctr"/>
          <a:lstStyle>
            <a:lvl1pPr marL="0" indent="0">
              <a:buNone/>
              <a:defRPr sz="1800" b="1" baseline="0">
                <a:solidFill>
                  <a:schemeClr val="bg1"/>
                </a:solidFill>
                <a:latin typeface="Arial"/>
                <a:cs typeface="Arial"/>
              </a:defRPr>
            </a:lvl1pPr>
          </a:lstStyle>
          <a:p>
            <a:pPr lvl="0"/>
            <a:r>
              <a:rPr lang="en-US" dirty="0"/>
              <a:t>Insert Insight</a:t>
            </a:r>
          </a:p>
        </p:txBody>
      </p:sp>
      <p:sp>
        <p:nvSpPr>
          <p:cNvPr id="9" name="Oval 8"/>
          <p:cNvSpPr/>
          <p:nvPr userDrawn="1"/>
        </p:nvSpPr>
        <p:spPr>
          <a:xfrm>
            <a:off x="2757397" y="2681951"/>
            <a:ext cx="2271817" cy="2271817"/>
          </a:xfrm>
          <a:prstGeom prst="ellipse">
            <a:avLst/>
          </a:prstGeom>
          <a:solidFill>
            <a:schemeClr val="accent2">
              <a:alpha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8" name="Oval 7"/>
          <p:cNvSpPr/>
          <p:nvPr userDrawn="1"/>
        </p:nvSpPr>
        <p:spPr>
          <a:xfrm>
            <a:off x="2913249" y="1029746"/>
            <a:ext cx="978663" cy="978663"/>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3" name="Text Placeholder 12"/>
          <p:cNvSpPr>
            <a:spLocks noGrp="1"/>
          </p:cNvSpPr>
          <p:nvPr>
            <p:ph type="body" sz="quarter" idx="24" hasCustomPrompt="1"/>
          </p:nvPr>
        </p:nvSpPr>
        <p:spPr>
          <a:xfrm>
            <a:off x="3020164" y="3147062"/>
            <a:ext cx="1779947" cy="1238649"/>
          </a:xfrm>
          <a:prstGeom prst="rect">
            <a:avLst/>
          </a:prstGeom>
        </p:spPr>
        <p:txBody>
          <a:bodyPr vert="horz" anchor="ctr"/>
          <a:lstStyle>
            <a:lvl1pPr marL="0" indent="0">
              <a:buNone/>
              <a:defRPr sz="1400" baseline="0">
                <a:solidFill>
                  <a:schemeClr val="bg1"/>
                </a:solidFill>
              </a:defRPr>
            </a:lvl1pPr>
          </a:lstStyle>
          <a:p>
            <a:pPr lvl="0"/>
            <a:r>
              <a:rPr lang="en-US" dirty="0"/>
              <a:t>Proof point</a:t>
            </a:r>
          </a:p>
        </p:txBody>
      </p:sp>
      <p:sp>
        <p:nvSpPr>
          <p:cNvPr id="10" name="Content Placeholder 2"/>
          <p:cNvSpPr>
            <a:spLocks noGrp="1"/>
          </p:cNvSpPr>
          <p:nvPr>
            <p:ph sz="quarter" idx="22"/>
          </p:nvPr>
        </p:nvSpPr>
        <p:spPr>
          <a:xfrm>
            <a:off x="5355771" y="1064942"/>
            <a:ext cx="3331033" cy="3775347"/>
          </a:xfrm>
          <a:prstGeom prst="rect">
            <a:avLst/>
          </a:prstGeom>
        </p:spPr>
        <p:txBody>
          <a:bodyPr lIns="0" tIns="0" rIns="0" bIns="0"/>
          <a:lstStyle>
            <a:lvl1pPr marL="0" indent="0">
              <a:buFont typeface="Arial" panose="020B0604020202020204" pitchFamily="34" charset="0"/>
              <a:buNone/>
              <a:defRPr sz="1200">
                <a:solidFill>
                  <a:schemeClr val="tx1"/>
                </a:solidFill>
                <a:latin typeface="Arial"/>
                <a:cs typeface="Arial"/>
              </a:defRPr>
            </a:lvl1pPr>
            <a:lvl2pPr marL="742950" indent="-285750">
              <a:buFont typeface="Arial" panose="020B0604020202020204" pitchFamily="34" charset="0"/>
              <a:buChar char="−"/>
              <a:defRPr sz="1200">
                <a:solidFill>
                  <a:schemeClr val="tx1"/>
                </a:solidFill>
                <a:latin typeface="Arial"/>
                <a:cs typeface="Arial"/>
              </a:defRPr>
            </a:lvl2pPr>
            <a:lvl3pPr marL="1143000" indent="-228600">
              <a:buFont typeface="Arial" panose="020B0604020202020204" pitchFamily="34" charset="0"/>
              <a:buChar char="−"/>
              <a:defRPr sz="1200">
                <a:solidFill>
                  <a:schemeClr val="tx1"/>
                </a:solidFill>
                <a:latin typeface="Arial"/>
                <a:cs typeface="Arial"/>
              </a:defRPr>
            </a:lvl3pPr>
            <a:lvl4pPr marL="1600200" indent="-228600">
              <a:buFont typeface="Arial" panose="020B0604020202020204" pitchFamily="34" charset="0"/>
              <a:buChar char="−"/>
              <a:defRPr sz="1200">
                <a:solidFill>
                  <a:schemeClr val="tx1"/>
                </a:solidFill>
                <a:latin typeface="Arial"/>
                <a:cs typeface="Arial"/>
              </a:defRPr>
            </a:lvl4pPr>
            <a:lvl5pPr marL="2057400" indent="-228600">
              <a:buFont typeface="Arial" panose="020B0604020202020204" pitchFamily="34" charset="0"/>
              <a:buChar char="−"/>
              <a:defRPr sz="1200">
                <a:solidFill>
                  <a:schemeClr val="tx1"/>
                </a:solidFill>
                <a:latin typeface="Arial"/>
                <a:cs typeface="Aria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Title 5"/>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7410806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4_Timeline Layouts">
    <p:spTree>
      <p:nvGrpSpPr>
        <p:cNvPr id="1" name=""/>
        <p:cNvGrpSpPr/>
        <p:nvPr/>
      </p:nvGrpSpPr>
      <p:grpSpPr>
        <a:xfrm>
          <a:off x="0" y="0"/>
          <a:ext cx="0" cy="0"/>
          <a:chOff x="0" y="0"/>
          <a:chExt cx="0" cy="0"/>
        </a:xfrm>
      </p:grpSpPr>
      <p:sp>
        <p:nvSpPr>
          <p:cNvPr id="34" name="Oval 33"/>
          <p:cNvSpPr/>
          <p:nvPr userDrawn="1"/>
        </p:nvSpPr>
        <p:spPr>
          <a:xfrm>
            <a:off x="501161" y="948057"/>
            <a:ext cx="1306358" cy="1306354"/>
          </a:xfrm>
          <a:prstGeom prst="ellipse">
            <a:avLst/>
          </a:prstGeom>
          <a:solidFill>
            <a:schemeClr val="accent4"/>
          </a:solidFill>
          <a:ln w="57150"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6" name="Oval 35"/>
          <p:cNvSpPr/>
          <p:nvPr userDrawn="1"/>
        </p:nvSpPr>
        <p:spPr>
          <a:xfrm>
            <a:off x="2529353" y="1370409"/>
            <a:ext cx="644650" cy="644647"/>
          </a:xfrm>
          <a:prstGeom prst="ellipse">
            <a:avLst/>
          </a:prstGeom>
          <a:solidFill>
            <a:schemeClr val="bg2"/>
          </a:solidFill>
          <a:ln w="57150"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7" name="Oval 36"/>
          <p:cNvSpPr/>
          <p:nvPr userDrawn="1"/>
        </p:nvSpPr>
        <p:spPr>
          <a:xfrm>
            <a:off x="3895837" y="948057"/>
            <a:ext cx="1306358" cy="1306354"/>
          </a:xfrm>
          <a:prstGeom prst="ellipse">
            <a:avLst/>
          </a:prstGeom>
          <a:solidFill>
            <a:schemeClr val="accent2"/>
          </a:solidFill>
          <a:ln w="57150"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8" name="Oval 37"/>
          <p:cNvSpPr/>
          <p:nvPr userDrawn="1"/>
        </p:nvSpPr>
        <p:spPr>
          <a:xfrm>
            <a:off x="5924029" y="1370409"/>
            <a:ext cx="644650" cy="644647"/>
          </a:xfrm>
          <a:prstGeom prst="ellipse">
            <a:avLst/>
          </a:prstGeom>
          <a:solidFill>
            <a:schemeClr val="accent5"/>
          </a:solidFill>
          <a:ln w="57150"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9" name="Oval 38"/>
          <p:cNvSpPr/>
          <p:nvPr userDrawn="1"/>
        </p:nvSpPr>
        <p:spPr>
          <a:xfrm>
            <a:off x="7290512" y="948057"/>
            <a:ext cx="1306358" cy="1306354"/>
          </a:xfrm>
          <a:prstGeom prst="ellipse">
            <a:avLst/>
          </a:prstGeom>
          <a:solidFill>
            <a:schemeClr val="accent6"/>
          </a:solidFill>
          <a:ln w="57150"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6" name="Text Placeholder 25"/>
          <p:cNvSpPr>
            <a:spLocks noGrp="1"/>
          </p:cNvSpPr>
          <p:nvPr>
            <p:ph type="body" sz="quarter" idx="19" hasCustomPrompt="1"/>
          </p:nvPr>
        </p:nvSpPr>
        <p:spPr>
          <a:xfrm>
            <a:off x="328367" y="3527312"/>
            <a:ext cx="1585332" cy="256555"/>
          </a:xfrm>
          <a:prstGeom prst="rect">
            <a:avLst/>
          </a:prstGeom>
        </p:spPr>
        <p:txBody>
          <a:bodyPr anchor="ctr">
            <a:noAutofit/>
          </a:bodyPr>
          <a:lstStyle>
            <a:lvl1pPr marL="0" indent="0" algn="ctr">
              <a:buNone/>
              <a:defRPr sz="1200" b="1" baseline="0">
                <a:solidFill>
                  <a:schemeClr val="tx1"/>
                </a:solidFill>
                <a:latin typeface="Arial"/>
                <a:cs typeface="Arial"/>
              </a:defRPr>
            </a:lvl1pPr>
          </a:lstStyle>
          <a:p>
            <a:pPr lvl="0"/>
            <a:r>
              <a:rPr lang="en-US" dirty="0"/>
              <a:t>Title of bullet point </a:t>
            </a:r>
          </a:p>
        </p:txBody>
      </p:sp>
      <p:sp>
        <p:nvSpPr>
          <p:cNvPr id="47" name="Text Placeholder 25"/>
          <p:cNvSpPr>
            <a:spLocks noGrp="1"/>
          </p:cNvSpPr>
          <p:nvPr>
            <p:ph type="body" sz="quarter" idx="20"/>
          </p:nvPr>
        </p:nvSpPr>
        <p:spPr>
          <a:xfrm>
            <a:off x="328368" y="3849987"/>
            <a:ext cx="1585332" cy="933559"/>
          </a:xfrm>
          <a:prstGeom prst="rect">
            <a:avLst/>
          </a:prstGeom>
        </p:spPr>
        <p:txBody>
          <a:bodyPr anchor="t">
            <a:noAutofit/>
          </a:bodyPr>
          <a:lstStyle>
            <a:lvl1pPr marL="0" indent="0" algn="ctr">
              <a:buNone/>
              <a:defRPr sz="1100" b="0" baseline="0">
                <a:solidFill>
                  <a:schemeClr val="tx1"/>
                </a:solidFill>
                <a:latin typeface="Arial"/>
                <a:cs typeface="Arial"/>
              </a:defRPr>
            </a:lvl1pPr>
          </a:lstStyle>
          <a:p>
            <a:pPr lvl="0"/>
            <a:endParaRPr lang="en-US" dirty="0"/>
          </a:p>
        </p:txBody>
      </p:sp>
      <p:pic>
        <p:nvPicPr>
          <p:cNvPr id="5" name="Picture 4"/>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21033" y="2423019"/>
            <a:ext cx="30480" cy="929640"/>
          </a:xfrm>
          <a:prstGeom prst="rect">
            <a:avLst/>
          </a:prstGeom>
        </p:spPr>
      </p:pic>
      <p:pic>
        <p:nvPicPr>
          <p:cNvPr id="24" name="Picture 23"/>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837248" y="2148425"/>
            <a:ext cx="30480" cy="929640"/>
          </a:xfrm>
          <a:prstGeom prst="rect">
            <a:avLst/>
          </a:prstGeom>
        </p:spPr>
      </p:pic>
      <p:pic>
        <p:nvPicPr>
          <p:cNvPr id="31" name="Picture 30"/>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546601" y="2423019"/>
            <a:ext cx="30480" cy="929640"/>
          </a:xfrm>
          <a:prstGeom prst="rect">
            <a:avLst/>
          </a:prstGeom>
        </p:spPr>
      </p:pic>
      <p:pic>
        <p:nvPicPr>
          <p:cNvPr id="32" name="Picture 31"/>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944709" y="2423019"/>
            <a:ext cx="30480" cy="929640"/>
          </a:xfrm>
          <a:prstGeom prst="rect">
            <a:avLst/>
          </a:prstGeom>
        </p:spPr>
      </p:pic>
      <p:pic>
        <p:nvPicPr>
          <p:cNvPr id="33" name="Picture 32"/>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249086" y="2148425"/>
            <a:ext cx="30480" cy="929640"/>
          </a:xfrm>
          <a:prstGeom prst="rect">
            <a:avLst/>
          </a:prstGeom>
        </p:spPr>
      </p:pic>
      <p:sp>
        <p:nvSpPr>
          <p:cNvPr id="22" name="Text Placeholder 25"/>
          <p:cNvSpPr>
            <a:spLocks noGrp="1"/>
          </p:cNvSpPr>
          <p:nvPr>
            <p:ph type="body" sz="quarter" idx="21" hasCustomPrompt="1"/>
          </p:nvPr>
        </p:nvSpPr>
        <p:spPr>
          <a:xfrm>
            <a:off x="2057029" y="3527312"/>
            <a:ext cx="1585332" cy="256555"/>
          </a:xfrm>
          <a:prstGeom prst="rect">
            <a:avLst/>
          </a:prstGeom>
        </p:spPr>
        <p:txBody>
          <a:bodyPr anchor="ctr">
            <a:noAutofit/>
          </a:bodyPr>
          <a:lstStyle>
            <a:lvl1pPr marL="0" indent="0" algn="ctr">
              <a:buNone/>
              <a:defRPr sz="1200" b="1" baseline="0">
                <a:solidFill>
                  <a:schemeClr val="tx1"/>
                </a:solidFill>
                <a:latin typeface="Arial"/>
                <a:cs typeface="Arial"/>
              </a:defRPr>
            </a:lvl1pPr>
          </a:lstStyle>
          <a:p>
            <a:pPr lvl="0"/>
            <a:r>
              <a:rPr lang="en-US" dirty="0"/>
              <a:t>Title of bullet point </a:t>
            </a:r>
          </a:p>
        </p:txBody>
      </p:sp>
      <p:sp>
        <p:nvSpPr>
          <p:cNvPr id="23" name="Text Placeholder 25"/>
          <p:cNvSpPr>
            <a:spLocks noGrp="1"/>
          </p:cNvSpPr>
          <p:nvPr>
            <p:ph type="body" sz="quarter" idx="22"/>
          </p:nvPr>
        </p:nvSpPr>
        <p:spPr>
          <a:xfrm>
            <a:off x="2057030" y="3849987"/>
            <a:ext cx="1585332" cy="933559"/>
          </a:xfrm>
          <a:prstGeom prst="rect">
            <a:avLst/>
          </a:prstGeom>
        </p:spPr>
        <p:txBody>
          <a:bodyPr anchor="t">
            <a:noAutofit/>
          </a:bodyPr>
          <a:lstStyle>
            <a:lvl1pPr marL="0" indent="0" algn="ctr">
              <a:buNone/>
              <a:defRPr sz="1100" b="0" baseline="0">
                <a:solidFill>
                  <a:schemeClr val="tx1"/>
                </a:solidFill>
                <a:latin typeface="Arial"/>
                <a:cs typeface="Arial"/>
              </a:defRPr>
            </a:lvl1pPr>
          </a:lstStyle>
          <a:p>
            <a:pPr lvl="0"/>
            <a:endParaRPr lang="en-US" dirty="0"/>
          </a:p>
        </p:txBody>
      </p:sp>
      <p:sp>
        <p:nvSpPr>
          <p:cNvPr id="25" name="Text Placeholder 25"/>
          <p:cNvSpPr>
            <a:spLocks noGrp="1"/>
          </p:cNvSpPr>
          <p:nvPr>
            <p:ph type="body" sz="quarter" idx="23" hasCustomPrompt="1"/>
          </p:nvPr>
        </p:nvSpPr>
        <p:spPr>
          <a:xfrm>
            <a:off x="3775344" y="3527312"/>
            <a:ext cx="1585332" cy="256555"/>
          </a:xfrm>
          <a:prstGeom prst="rect">
            <a:avLst/>
          </a:prstGeom>
        </p:spPr>
        <p:txBody>
          <a:bodyPr anchor="ctr">
            <a:noAutofit/>
          </a:bodyPr>
          <a:lstStyle>
            <a:lvl1pPr marL="0" indent="0" algn="ctr">
              <a:buNone/>
              <a:defRPr sz="1200" b="1" baseline="0">
                <a:solidFill>
                  <a:schemeClr val="tx1"/>
                </a:solidFill>
                <a:latin typeface="Arial"/>
                <a:cs typeface="Arial"/>
              </a:defRPr>
            </a:lvl1pPr>
          </a:lstStyle>
          <a:p>
            <a:pPr lvl="0"/>
            <a:r>
              <a:rPr lang="en-US" dirty="0"/>
              <a:t>Title of bullet point </a:t>
            </a:r>
          </a:p>
        </p:txBody>
      </p:sp>
      <p:sp>
        <p:nvSpPr>
          <p:cNvPr id="26" name="Text Placeholder 25"/>
          <p:cNvSpPr>
            <a:spLocks noGrp="1"/>
          </p:cNvSpPr>
          <p:nvPr>
            <p:ph type="body" sz="quarter" idx="24"/>
          </p:nvPr>
        </p:nvSpPr>
        <p:spPr>
          <a:xfrm>
            <a:off x="3775345" y="3849987"/>
            <a:ext cx="1585332" cy="933559"/>
          </a:xfrm>
          <a:prstGeom prst="rect">
            <a:avLst/>
          </a:prstGeom>
        </p:spPr>
        <p:txBody>
          <a:bodyPr anchor="t">
            <a:noAutofit/>
          </a:bodyPr>
          <a:lstStyle>
            <a:lvl1pPr marL="0" indent="0" algn="ctr">
              <a:buNone/>
              <a:defRPr sz="1100" b="0" baseline="0">
                <a:solidFill>
                  <a:schemeClr val="tx1"/>
                </a:solidFill>
                <a:latin typeface="Arial"/>
                <a:cs typeface="Arial"/>
              </a:defRPr>
            </a:lvl1pPr>
          </a:lstStyle>
          <a:p>
            <a:pPr lvl="0"/>
            <a:endParaRPr lang="en-US" dirty="0"/>
          </a:p>
        </p:txBody>
      </p:sp>
      <p:sp>
        <p:nvSpPr>
          <p:cNvPr id="29" name="Text Placeholder 25"/>
          <p:cNvSpPr>
            <a:spLocks noGrp="1"/>
          </p:cNvSpPr>
          <p:nvPr>
            <p:ph type="body" sz="quarter" idx="25" hasCustomPrompt="1"/>
          </p:nvPr>
        </p:nvSpPr>
        <p:spPr>
          <a:xfrm>
            <a:off x="5495971" y="3527312"/>
            <a:ext cx="1585332" cy="256555"/>
          </a:xfrm>
          <a:prstGeom prst="rect">
            <a:avLst/>
          </a:prstGeom>
        </p:spPr>
        <p:txBody>
          <a:bodyPr anchor="ctr">
            <a:noAutofit/>
          </a:bodyPr>
          <a:lstStyle>
            <a:lvl1pPr marL="0" indent="0" algn="ctr">
              <a:buNone/>
              <a:defRPr sz="1200" b="1" baseline="0">
                <a:solidFill>
                  <a:schemeClr val="tx1"/>
                </a:solidFill>
                <a:latin typeface="Arial"/>
                <a:cs typeface="Arial"/>
              </a:defRPr>
            </a:lvl1pPr>
          </a:lstStyle>
          <a:p>
            <a:pPr lvl="0"/>
            <a:r>
              <a:rPr lang="en-US" dirty="0"/>
              <a:t>Title of bullet point </a:t>
            </a:r>
          </a:p>
        </p:txBody>
      </p:sp>
      <p:sp>
        <p:nvSpPr>
          <p:cNvPr id="30" name="Text Placeholder 25"/>
          <p:cNvSpPr>
            <a:spLocks noGrp="1"/>
          </p:cNvSpPr>
          <p:nvPr>
            <p:ph type="body" sz="quarter" idx="26"/>
          </p:nvPr>
        </p:nvSpPr>
        <p:spPr>
          <a:xfrm>
            <a:off x="5495972" y="3849987"/>
            <a:ext cx="1585332" cy="933559"/>
          </a:xfrm>
          <a:prstGeom prst="rect">
            <a:avLst/>
          </a:prstGeom>
        </p:spPr>
        <p:txBody>
          <a:bodyPr anchor="t">
            <a:noAutofit/>
          </a:bodyPr>
          <a:lstStyle>
            <a:lvl1pPr marL="0" indent="0" algn="ctr">
              <a:buNone/>
              <a:defRPr sz="1100" b="0" baseline="0">
                <a:solidFill>
                  <a:schemeClr val="tx1"/>
                </a:solidFill>
                <a:latin typeface="Arial"/>
                <a:cs typeface="Arial"/>
              </a:defRPr>
            </a:lvl1pPr>
          </a:lstStyle>
          <a:p>
            <a:pPr lvl="0"/>
            <a:endParaRPr lang="en-US" dirty="0"/>
          </a:p>
        </p:txBody>
      </p:sp>
      <p:sp>
        <p:nvSpPr>
          <p:cNvPr id="35" name="Text Placeholder 25"/>
          <p:cNvSpPr>
            <a:spLocks noGrp="1"/>
          </p:cNvSpPr>
          <p:nvPr>
            <p:ph type="body" sz="quarter" idx="27" hasCustomPrompt="1"/>
          </p:nvPr>
        </p:nvSpPr>
        <p:spPr>
          <a:xfrm>
            <a:off x="7214286" y="3527312"/>
            <a:ext cx="1585332" cy="256555"/>
          </a:xfrm>
          <a:prstGeom prst="rect">
            <a:avLst/>
          </a:prstGeom>
        </p:spPr>
        <p:txBody>
          <a:bodyPr anchor="ctr">
            <a:noAutofit/>
          </a:bodyPr>
          <a:lstStyle>
            <a:lvl1pPr marL="0" indent="0" algn="ctr">
              <a:buNone/>
              <a:defRPr sz="1200" b="1" baseline="0">
                <a:solidFill>
                  <a:schemeClr val="tx1"/>
                </a:solidFill>
                <a:latin typeface="Arial"/>
                <a:cs typeface="Arial"/>
              </a:defRPr>
            </a:lvl1pPr>
          </a:lstStyle>
          <a:p>
            <a:pPr lvl="0"/>
            <a:r>
              <a:rPr lang="en-US" dirty="0"/>
              <a:t>Title of bullet point </a:t>
            </a:r>
          </a:p>
        </p:txBody>
      </p:sp>
      <p:sp>
        <p:nvSpPr>
          <p:cNvPr id="41" name="Text Placeholder 25"/>
          <p:cNvSpPr>
            <a:spLocks noGrp="1"/>
          </p:cNvSpPr>
          <p:nvPr>
            <p:ph type="body" sz="quarter" idx="28"/>
          </p:nvPr>
        </p:nvSpPr>
        <p:spPr>
          <a:xfrm>
            <a:off x="7214287" y="3849987"/>
            <a:ext cx="1585332" cy="933559"/>
          </a:xfrm>
          <a:prstGeom prst="rect">
            <a:avLst/>
          </a:prstGeom>
        </p:spPr>
        <p:txBody>
          <a:bodyPr anchor="t">
            <a:noAutofit/>
          </a:bodyPr>
          <a:lstStyle>
            <a:lvl1pPr marL="0" indent="0" algn="ctr">
              <a:buNone/>
              <a:defRPr sz="1100" b="0" baseline="0">
                <a:solidFill>
                  <a:schemeClr val="tx1"/>
                </a:solidFill>
                <a:latin typeface="Arial"/>
                <a:cs typeface="Arial"/>
              </a:defRPr>
            </a:lvl1pPr>
          </a:lstStyle>
          <a:p>
            <a:pPr lvl="0"/>
            <a:endParaRPr lang="en-US" dirty="0"/>
          </a:p>
        </p:txBody>
      </p:sp>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endParaRPr lang="en-GB" dirty="0"/>
          </a:p>
        </p:txBody>
      </p:sp>
      <p:cxnSp>
        <p:nvCxnSpPr>
          <p:cNvPr id="28" name="Straight Connector 27"/>
          <p:cNvCxnSpPr/>
          <p:nvPr userDrawn="1"/>
        </p:nvCxnSpPr>
        <p:spPr>
          <a:xfrm>
            <a:off x="230982" y="777240"/>
            <a:ext cx="8682035" cy="0"/>
          </a:xfrm>
          <a:prstGeom prst="line">
            <a:avLst/>
          </a:prstGeom>
          <a:ln w="3175" cmpd="sng">
            <a:solidFill>
              <a:srgbClr val="727272"/>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46894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2­_Image and Bullets">
    <p:spTree>
      <p:nvGrpSpPr>
        <p:cNvPr id="1" name=""/>
        <p:cNvGrpSpPr/>
        <p:nvPr/>
      </p:nvGrpSpPr>
      <p:grpSpPr>
        <a:xfrm>
          <a:off x="0" y="0"/>
          <a:ext cx="0" cy="0"/>
          <a:chOff x="0" y="0"/>
          <a:chExt cx="0" cy="0"/>
        </a:xfrm>
      </p:grpSpPr>
      <p:pic>
        <p:nvPicPr>
          <p:cNvPr id="8" name="Picture 7"/>
          <p:cNvPicPr>
            <a:picLocks noChangeAspect="1"/>
          </p:cNvPicPr>
          <p:nvPr userDrawn="1"/>
        </p:nvPicPr>
        <p:blipFill rotWithShape="1">
          <a:blip r:embed="rId2">
            <a:extLst>
              <a:ext uri="{28A0092B-C50C-407E-A947-70E740481C1C}">
                <a14:useLocalDpi xmlns:a14="http://schemas.microsoft.com/office/drawing/2010/main" val="0"/>
              </a:ext>
            </a:extLst>
          </a:blip>
          <a:srcRect l="33591" t="297" r="27672" b="15679"/>
          <a:stretch/>
        </p:blipFill>
        <p:spPr>
          <a:xfrm>
            <a:off x="-1072" y="832964"/>
            <a:ext cx="3528633" cy="4310536"/>
          </a:xfrm>
          <a:prstGeom prst="rect">
            <a:avLst/>
          </a:prstGeom>
        </p:spPr>
      </p:pic>
      <p:sp>
        <p:nvSpPr>
          <p:cNvPr id="15" name="Text Placeholder 25"/>
          <p:cNvSpPr>
            <a:spLocks noGrp="1"/>
          </p:cNvSpPr>
          <p:nvPr>
            <p:ph type="body" sz="quarter" idx="13" hasCustomPrompt="1"/>
          </p:nvPr>
        </p:nvSpPr>
        <p:spPr>
          <a:xfrm>
            <a:off x="3913189" y="1115046"/>
            <a:ext cx="5001276" cy="339671"/>
          </a:xfrm>
          <a:prstGeom prst="rect">
            <a:avLst/>
          </a:prstGeom>
        </p:spPr>
        <p:txBody>
          <a:bodyPr>
            <a:noAutofit/>
          </a:bodyPr>
          <a:lstStyle>
            <a:lvl1pPr marL="0" indent="0" algn="l">
              <a:buNone/>
              <a:defRPr sz="1300" b="1" baseline="0">
                <a:solidFill>
                  <a:schemeClr val="tx1"/>
                </a:solidFill>
                <a:latin typeface="Arial"/>
                <a:cs typeface="Arial"/>
              </a:defRPr>
            </a:lvl1pPr>
          </a:lstStyle>
          <a:p>
            <a:pPr lvl="0"/>
            <a:r>
              <a:rPr lang="en-US" dirty="0"/>
              <a:t>Title of bullet point </a:t>
            </a:r>
          </a:p>
        </p:txBody>
      </p:sp>
      <p:sp>
        <p:nvSpPr>
          <p:cNvPr id="16" name="Text Placeholder 25"/>
          <p:cNvSpPr>
            <a:spLocks noGrp="1"/>
          </p:cNvSpPr>
          <p:nvPr>
            <p:ph type="body" sz="quarter" idx="14"/>
          </p:nvPr>
        </p:nvSpPr>
        <p:spPr>
          <a:xfrm>
            <a:off x="3913189" y="1463240"/>
            <a:ext cx="5001277" cy="518529"/>
          </a:xfrm>
          <a:prstGeom prst="rect">
            <a:avLst/>
          </a:prstGeom>
        </p:spPr>
        <p:txBody>
          <a:bodyPr anchor="t">
            <a:noAutofit/>
          </a:bodyPr>
          <a:lstStyle>
            <a:lvl1pPr marL="0" indent="0" algn="l">
              <a:buNone/>
              <a:defRPr sz="1100" b="0" baseline="0">
                <a:solidFill>
                  <a:schemeClr val="tx1"/>
                </a:solidFill>
                <a:latin typeface="Arial"/>
                <a:cs typeface="Arial"/>
              </a:defRPr>
            </a:lvl1pPr>
          </a:lstStyle>
          <a:p>
            <a:pPr lvl="0"/>
            <a:endParaRPr lang="en-US" dirty="0"/>
          </a:p>
        </p:txBody>
      </p:sp>
      <p:sp>
        <p:nvSpPr>
          <p:cNvPr id="19" name="Text Placeholder 25"/>
          <p:cNvSpPr>
            <a:spLocks noGrp="1"/>
          </p:cNvSpPr>
          <p:nvPr>
            <p:ph type="body" sz="quarter" idx="15" hasCustomPrompt="1"/>
          </p:nvPr>
        </p:nvSpPr>
        <p:spPr>
          <a:xfrm>
            <a:off x="3913190" y="2144241"/>
            <a:ext cx="5001276" cy="339671"/>
          </a:xfrm>
          <a:prstGeom prst="rect">
            <a:avLst/>
          </a:prstGeom>
        </p:spPr>
        <p:txBody>
          <a:bodyPr>
            <a:noAutofit/>
          </a:bodyPr>
          <a:lstStyle>
            <a:lvl1pPr marL="0" indent="0" algn="l">
              <a:buNone/>
              <a:defRPr sz="1300" b="1" baseline="0">
                <a:solidFill>
                  <a:schemeClr val="tx1"/>
                </a:solidFill>
                <a:latin typeface="Arial"/>
                <a:cs typeface="Arial"/>
              </a:defRPr>
            </a:lvl1pPr>
          </a:lstStyle>
          <a:p>
            <a:pPr lvl="0"/>
            <a:r>
              <a:rPr lang="en-US" dirty="0"/>
              <a:t>Title of bullet point </a:t>
            </a:r>
          </a:p>
        </p:txBody>
      </p:sp>
      <p:sp>
        <p:nvSpPr>
          <p:cNvPr id="20" name="Text Placeholder 25"/>
          <p:cNvSpPr>
            <a:spLocks noGrp="1"/>
          </p:cNvSpPr>
          <p:nvPr>
            <p:ph type="body" sz="quarter" idx="16"/>
          </p:nvPr>
        </p:nvSpPr>
        <p:spPr>
          <a:xfrm>
            <a:off x="3913189" y="2492435"/>
            <a:ext cx="5001277" cy="518529"/>
          </a:xfrm>
          <a:prstGeom prst="rect">
            <a:avLst/>
          </a:prstGeom>
        </p:spPr>
        <p:txBody>
          <a:bodyPr anchor="t">
            <a:noAutofit/>
          </a:bodyPr>
          <a:lstStyle>
            <a:lvl1pPr marL="0" indent="0" algn="l">
              <a:buNone/>
              <a:defRPr sz="1100" b="0" baseline="0">
                <a:solidFill>
                  <a:schemeClr val="tx1"/>
                </a:solidFill>
                <a:latin typeface="Arial"/>
                <a:cs typeface="Arial"/>
              </a:defRPr>
            </a:lvl1pPr>
          </a:lstStyle>
          <a:p>
            <a:pPr lvl="0"/>
            <a:endParaRPr lang="en-US" dirty="0"/>
          </a:p>
        </p:txBody>
      </p:sp>
      <p:sp>
        <p:nvSpPr>
          <p:cNvPr id="21" name="Text Placeholder 25"/>
          <p:cNvSpPr>
            <a:spLocks noGrp="1"/>
          </p:cNvSpPr>
          <p:nvPr>
            <p:ph type="body" sz="quarter" idx="17" hasCustomPrompt="1"/>
          </p:nvPr>
        </p:nvSpPr>
        <p:spPr>
          <a:xfrm>
            <a:off x="3913188" y="3156403"/>
            <a:ext cx="5001276" cy="339671"/>
          </a:xfrm>
          <a:prstGeom prst="rect">
            <a:avLst/>
          </a:prstGeom>
        </p:spPr>
        <p:txBody>
          <a:bodyPr>
            <a:noAutofit/>
          </a:bodyPr>
          <a:lstStyle>
            <a:lvl1pPr marL="0" indent="0" algn="l">
              <a:buNone/>
              <a:defRPr sz="1300" b="1" baseline="0">
                <a:solidFill>
                  <a:schemeClr val="tx1"/>
                </a:solidFill>
                <a:latin typeface="Arial"/>
                <a:cs typeface="Arial"/>
              </a:defRPr>
            </a:lvl1pPr>
          </a:lstStyle>
          <a:p>
            <a:pPr lvl="0"/>
            <a:r>
              <a:rPr lang="en-US" dirty="0"/>
              <a:t>Title of bullet point </a:t>
            </a:r>
          </a:p>
        </p:txBody>
      </p:sp>
      <p:sp>
        <p:nvSpPr>
          <p:cNvPr id="22" name="Text Placeholder 25"/>
          <p:cNvSpPr>
            <a:spLocks noGrp="1"/>
          </p:cNvSpPr>
          <p:nvPr>
            <p:ph type="body" sz="quarter" idx="18"/>
          </p:nvPr>
        </p:nvSpPr>
        <p:spPr>
          <a:xfrm>
            <a:off x="3913187" y="3504596"/>
            <a:ext cx="5001277" cy="518529"/>
          </a:xfrm>
          <a:prstGeom prst="rect">
            <a:avLst/>
          </a:prstGeom>
        </p:spPr>
        <p:txBody>
          <a:bodyPr anchor="t">
            <a:noAutofit/>
          </a:bodyPr>
          <a:lstStyle>
            <a:lvl1pPr marL="0" indent="0" algn="l">
              <a:buNone/>
              <a:defRPr sz="1100" b="0" baseline="0">
                <a:solidFill>
                  <a:schemeClr val="tx1"/>
                </a:solidFill>
                <a:latin typeface="Arial"/>
                <a:cs typeface="Arial"/>
              </a:defRPr>
            </a:lvl1pPr>
          </a:lstStyle>
          <a:p>
            <a:pPr lvl="0"/>
            <a:endParaRPr lang="en-US" dirty="0"/>
          </a:p>
        </p:txBody>
      </p:sp>
      <p:sp>
        <p:nvSpPr>
          <p:cNvPr id="23" name="Text Placeholder 25"/>
          <p:cNvSpPr>
            <a:spLocks noGrp="1"/>
          </p:cNvSpPr>
          <p:nvPr>
            <p:ph type="body" sz="quarter" idx="19" hasCustomPrompt="1"/>
          </p:nvPr>
        </p:nvSpPr>
        <p:spPr>
          <a:xfrm>
            <a:off x="3913188" y="4129885"/>
            <a:ext cx="5001276" cy="339671"/>
          </a:xfrm>
          <a:prstGeom prst="rect">
            <a:avLst/>
          </a:prstGeom>
        </p:spPr>
        <p:txBody>
          <a:bodyPr>
            <a:noAutofit/>
          </a:bodyPr>
          <a:lstStyle>
            <a:lvl1pPr marL="0" indent="0" algn="l">
              <a:buNone/>
              <a:defRPr sz="1300" b="1" baseline="0">
                <a:solidFill>
                  <a:schemeClr val="tx1"/>
                </a:solidFill>
                <a:latin typeface="Arial"/>
                <a:cs typeface="Arial"/>
              </a:defRPr>
            </a:lvl1pPr>
          </a:lstStyle>
          <a:p>
            <a:pPr lvl="0"/>
            <a:r>
              <a:rPr lang="en-US" dirty="0"/>
              <a:t>Title of bullet point </a:t>
            </a:r>
          </a:p>
        </p:txBody>
      </p:sp>
      <p:sp>
        <p:nvSpPr>
          <p:cNvPr id="24" name="Text Placeholder 25"/>
          <p:cNvSpPr>
            <a:spLocks noGrp="1"/>
          </p:cNvSpPr>
          <p:nvPr>
            <p:ph type="body" sz="quarter" idx="20"/>
          </p:nvPr>
        </p:nvSpPr>
        <p:spPr>
          <a:xfrm>
            <a:off x="3913187" y="4478078"/>
            <a:ext cx="5001277" cy="518529"/>
          </a:xfrm>
          <a:prstGeom prst="rect">
            <a:avLst/>
          </a:prstGeom>
        </p:spPr>
        <p:txBody>
          <a:bodyPr anchor="t">
            <a:noAutofit/>
          </a:bodyPr>
          <a:lstStyle>
            <a:lvl1pPr marL="0" indent="0" algn="l">
              <a:buNone/>
              <a:defRPr sz="1100" b="0" baseline="0">
                <a:solidFill>
                  <a:schemeClr val="tx1"/>
                </a:solidFill>
                <a:latin typeface="Arial"/>
                <a:cs typeface="Arial"/>
              </a:defRPr>
            </a:lvl1pPr>
          </a:lstStyle>
          <a:p>
            <a:pPr lvl="0"/>
            <a:endParaRPr lang="en-US" dirty="0"/>
          </a:p>
        </p:txBody>
      </p:sp>
      <p:sp>
        <p:nvSpPr>
          <p:cNvPr id="25" name="Oval 24"/>
          <p:cNvSpPr/>
          <p:nvPr userDrawn="1"/>
        </p:nvSpPr>
        <p:spPr>
          <a:xfrm>
            <a:off x="3284965" y="1084648"/>
            <a:ext cx="487336" cy="487334"/>
          </a:xfrm>
          <a:prstGeom prst="ellipse">
            <a:avLst/>
          </a:prstGeom>
          <a:solidFill>
            <a:schemeClr val="accent2"/>
          </a:solidFill>
          <a:ln w="57150" cmpd="sng">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6" name="Oval 25"/>
          <p:cNvSpPr/>
          <p:nvPr userDrawn="1"/>
        </p:nvSpPr>
        <p:spPr>
          <a:xfrm>
            <a:off x="3284965" y="2081938"/>
            <a:ext cx="487336" cy="487334"/>
          </a:xfrm>
          <a:prstGeom prst="ellipse">
            <a:avLst/>
          </a:prstGeom>
          <a:solidFill>
            <a:schemeClr val="accent1"/>
          </a:solidFill>
          <a:ln w="57150" cmpd="sng">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7" name="Oval 26"/>
          <p:cNvSpPr/>
          <p:nvPr userDrawn="1"/>
        </p:nvSpPr>
        <p:spPr>
          <a:xfrm>
            <a:off x="3283893" y="3079228"/>
            <a:ext cx="487336" cy="487334"/>
          </a:xfrm>
          <a:prstGeom prst="ellipse">
            <a:avLst/>
          </a:prstGeom>
          <a:solidFill>
            <a:srgbClr val="CEDB00"/>
          </a:solidFill>
          <a:ln w="57150" cmpd="sng">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8" name="Oval 27"/>
          <p:cNvSpPr/>
          <p:nvPr userDrawn="1"/>
        </p:nvSpPr>
        <p:spPr>
          <a:xfrm>
            <a:off x="3284965" y="4076515"/>
            <a:ext cx="487336" cy="487334"/>
          </a:xfrm>
          <a:prstGeom prst="ellipse">
            <a:avLst/>
          </a:prstGeom>
          <a:solidFill>
            <a:srgbClr val="60C3D6"/>
          </a:solidFill>
          <a:ln w="57150" cmpd="sng">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 name="Title 2"/>
          <p:cNvSpPr>
            <a:spLocks noGrp="1"/>
          </p:cNvSpPr>
          <p:nvPr>
            <p:ph type="title"/>
          </p:nvPr>
        </p:nvSpPr>
        <p:spPr/>
        <p:txBody>
          <a:bodyPr/>
          <a:lstStyle>
            <a:lvl1pPr>
              <a:defRPr>
                <a:solidFill>
                  <a:schemeClr val="accent1"/>
                </a:solidFill>
              </a:defRPr>
            </a:lvl1pPr>
          </a:lstStyle>
          <a:p>
            <a:r>
              <a:rPr lang="en-US" dirty="0"/>
              <a:t>Click to edit Master title style</a:t>
            </a:r>
            <a:endParaRPr lang="en-GB" dirty="0"/>
          </a:p>
        </p:txBody>
      </p:sp>
      <p:cxnSp>
        <p:nvCxnSpPr>
          <p:cNvPr id="17" name="Straight Connector 16"/>
          <p:cNvCxnSpPr/>
          <p:nvPr userDrawn="1"/>
        </p:nvCxnSpPr>
        <p:spPr>
          <a:xfrm>
            <a:off x="230982" y="777240"/>
            <a:ext cx="8682035" cy="0"/>
          </a:xfrm>
          <a:prstGeom prst="line">
            <a:avLst/>
          </a:prstGeom>
          <a:ln w="3175" cmpd="sng">
            <a:solidFill>
              <a:srgbClr val="727272"/>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1623177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Image Header and Bullets">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stretch>
            <a:fillRect/>
          </a:stretch>
        </p:blipFill>
        <p:spPr>
          <a:xfrm>
            <a:off x="0" y="945456"/>
            <a:ext cx="9144000" cy="1825625"/>
          </a:xfrm>
          <a:prstGeom prst="rect">
            <a:avLst/>
          </a:prstGeom>
        </p:spPr>
      </p:pic>
      <p:sp>
        <p:nvSpPr>
          <p:cNvPr id="18" name="Oval 17"/>
          <p:cNvSpPr/>
          <p:nvPr userDrawn="1"/>
        </p:nvSpPr>
        <p:spPr>
          <a:xfrm>
            <a:off x="925798" y="2447962"/>
            <a:ext cx="646241" cy="646241"/>
          </a:xfrm>
          <a:prstGeom prst="ellipse">
            <a:avLst/>
          </a:prstGeom>
          <a:solidFill>
            <a:schemeClr val="accent2"/>
          </a:solidFill>
          <a:ln w="57150" cmpd="sng">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9" name="Oval 18"/>
          <p:cNvSpPr/>
          <p:nvPr userDrawn="1"/>
        </p:nvSpPr>
        <p:spPr>
          <a:xfrm>
            <a:off x="3151032" y="2447962"/>
            <a:ext cx="646241" cy="646241"/>
          </a:xfrm>
          <a:prstGeom prst="ellipse">
            <a:avLst/>
          </a:prstGeom>
          <a:solidFill>
            <a:schemeClr val="accent4"/>
          </a:solidFill>
          <a:ln w="57150" cmpd="sng">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3" name="Oval 22"/>
          <p:cNvSpPr/>
          <p:nvPr userDrawn="1"/>
        </p:nvSpPr>
        <p:spPr>
          <a:xfrm>
            <a:off x="5376280" y="2447962"/>
            <a:ext cx="646241" cy="646241"/>
          </a:xfrm>
          <a:prstGeom prst="ellipse">
            <a:avLst/>
          </a:prstGeom>
          <a:solidFill>
            <a:schemeClr val="accent5"/>
          </a:solidFill>
          <a:ln w="57150" cmpd="sng">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4" name="Oval 23"/>
          <p:cNvSpPr/>
          <p:nvPr userDrawn="1"/>
        </p:nvSpPr>
        <p:spPr>
          <a:xfrm>
            <a:off x="7601505" y="2447962"/>
            <a:ext cx="646241" cy="646241"/>
          </a:xfrm>
          <a:prstGeom prst="ellipse">
            <a:avLst/>
          </a:prstGeom>
          <a:solidFill>
            <a:schemeClr val="bg2"/>
          </a:solidFill>
          <a:ln w="57150" cmpd="sng">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1" name="Text Placeholder 25"/>
          <p:cNvSpPr>
            <a:spLocks noGrp="1"/>
          </p:cNvSpPr>
          <p:nvPr>
            <p:ph type="body" sz="quarter" idx="16" hasCustomPrompt="1"/>
          </p:nvPr>
        </p:nvSpPr>
        <p:spPr>
          <a:xfrm>
            <a:off x="276627" y="3208347"/>
            <a:ext cx="1926997" cy="339671"/>
          </a:xfrm>
          <a:prstGeom prst="rect">
            <a:avLst/>
          </a:prstGeom>
        </p:spPr>
        <p:txBody>
          <a:bodyPr>
            <a:noAutofit/>
          </a:bodyPr>
          <a:lstStyle>
            <a:lvl1pPr marL="0" indent="0" algn="ctr">
              <a:buNone/>
              <a:defRPr sz="1250" b="1" baseline="0">
                <a:solidFill>
                  <a:schemeClr val="tx2">
                    <a:lumMod val="75000"/>
                  </a:schemeClr>
                </a:solidFill>
                <a:latin typeface="Arial"/>
                <a:cs typeface="Arial"/>
              </a:defRPr>
            </a:lvl1pPr>
          </a:lstStyle>
          <a:p>
            <a:pPr lvl="0"/>
            <a:r>
              <a:rPr lang="en-US" dirty="0"/>
              <a:t>Title of bullet point </a:t>
            </a:r>
          </a:p>
        </p:txBody>
      </p:sp>
      <p:sp>
        <p:nvSpPr>
          <p:cNvPr id="42" name="Text Placeholder 25"/>
          <p:cNvSpPr>
            <a:spLocks noGrp="1"/>
          </p:cNvSpPr>
          <p:nvPr>
            <p:ph type="body" sz="quarter" idx="17"/>
          </p:nvPr>
        </p:nvSpPr>
        <p:spPr>
          <a:xfrm>
            <a:off x="276627" y="3580572"/>
            <a:ext cx="1926997" cy="1320942"/>
          </a:xfrm>
          <a:prstGeom prst="rect">
            <a:avLst/>
          </a:prstGeom>
        </p:spPr>
        <p:txBody>
          <a:bodyPr anchor="t">
            <a:noAutofit/>
          </a:bodyPr>
          <a:lstStyle>
            <a:lvl1pPr marL="171450" indent="-171450" algn="l">
              <a:buFont typeface="Arial" panose="020B0604020202020204" pitchFamily="34" charset="0"/>
              <a:buChar char="−"/>
              <a:defRPr sz="1150" b="0" baseline="0">
                <a:solidFill>
                  <a:schemeClr val="tx2">
                    <a:lumMod val="75000"/>
                  </a:schemeClr>
                </a:solidFill>
                <a:latin typeface="Arial"/>
                <a:cs typeface="Arial"/>
              </a:defRPr>
            </a:lvl1pPr>
          </a:lstStyle>
          <a:p>
            <a:pPr lvl="0"/>
            <a:endParaRPr lang="en-US" dirty="0"/>
          </a:p>
        </p:txBody>
      </p:sp>
      <p:sp>
        <p:nvSpPr>
          <p:cNvPr id="43" name="Text Placeholder 25"/>
          <p:cNvSpPr>
            <a:spLocks noGrp="1"/>
          </p:cNvSpPr>
          <p:nvPr>
            <p:ph type="body" sz="quarter" idx="18" hasCustomPrompt="1"/>
          </p:nvPr>
        </p:nvSpPr>
        <p:spPr>
          <a:xfrm>
            <a:off x="2514600" y="3208347"/>
            <a:ext cx="1926997" cy="339671"/>
          </a:xfrm>
          <a:prstGeom prst="rect">
            <a:avLst/>
          </a:prstGeom>
        </p:spPr>
        <p:txBody>
          <a:bodyPr>
            <a:noAutofit/>
          </a:bodyPr>
          <a:lstStyle>
            <a:lvl1pPr marL="0" indent="0" algn="ctr">
              <a:buNone/>
              <a:defRPr sz="1250" b="1" baseline="0">
                <a:solidFill>
                  <a:schemeClr val="tx2">
                    <a:lumMod val="75000"/>
                  </a:schemeClr>
                </a:solidFill>
                <a:latin typeface="Arial"/>
                <a:cs typeface="Arial"/>
              </a:defRPr>
            </a:lvl1pPr>
          </a:lstStyle>
          <a:p>
            <a:pPr lvl="0"/>
            <a:r>
              <a:rPr lang="en-US" dirty="0"/>
              <a:t>Title of bullet point </a:t>
            </a:r>
          </a:p>
        </p:txBody>
      </p:sp>
      <p:sp>
        <p:nvSpPr>
          <p:cNvPr id="44" name="Text Placeholder 25"/>
          <p:cNvSpPr>
            <a:spLocks noGrp="1"/>
          </p:cNvSpPr>
          <p:nvPr>
            <p:ph type="body" sz="quarter" idx="19"/>
          </p:nvPr>
        </p:nvSpPr>
        <p:spPr>
          <a:xfrm>
            <a:off x="2514600" y="3580572"/>
            <a:ext cx="1926997" cy="1320942"/>
          </a:xfrm>
          <a:prstGeom prst="rect">
            <a:avLst/>
          </a:prstGeom>
        </p:spPr>
        <p:txBody>
          <a:bodyPr anchor="t">
            <a:noAutofit/>
          </a:bodyPr>
          <a:lstStyle>
            <a:lvl1pPr marL="171450" indent="-171450" algn="ctr">
              <a:buFont typeface="Arial" panose="020B0604020202020204" pitchFamily="34" charset="0"/>
              <a:buChar char="−"/>
              <a:defRPr sz="1150" b="0" baseline="0">
                <a:solidFill>
                  <a:schemeClr val="tx2">
                    <a:lumMod val="75000"/>
                  </a:schemeClr>
                </a:solidFill>
                <a:latin typeface="Arial"/>
                <a:cs typeface="Arial"/>
              </a:defRPr>
            </a:lvl1pPr>
          </a:lstStyle>
          <a:p>
            <a:pPr lvl="0"/>
            <a:endParaRPr lang="en-US" dirty="0"/>
          </a:p>
        </p:txBody>
      </p:sp>
      <p:sp>
        <p:nvSpPr>
          <p:cNvPr id="45" name="Text Placeholder 25"/>
          <p:cNvSpPr>
            <a:spLocks noGrp="1"/>
          </p:cNvSpPr>
          <p:nvPr>
            <p:ph type="body" sz="quarter" idx="20" hasCustomPrompt="1"/>
          </p:nvPr>
        </p:nvSpPr>
        <p:spPr>
          <a:xfrm>
            <a:off x="4745669" y="3208347"/>
            <a:ext cx="1926997" cy="339671"/>
          </a:xfrm>
          <a:prstGeom prst="rect">
            <a:avLst/>
          </a:prstGeom>
        </p:spPr>
        <p:txBody>
          <a:bodyPr>
            <a:noAutofit/>
          </a:bodyPr>
          <a:lstStyle>
            <a:lvl1pPr marL="0" indent="0" algn="ctr">
              <a:buNone/>
              <a:defRPr sz="1250" b="1" baseline="0">
                <a:solidFill>
                  <a:schemeClr val="tx2">
                    <a:lumMod val="75000"/>
                  </a:schemeClr>
                </a:solidFill>
                <a:latin typeface="Arial"/>
                <a:cs typeface="Arial"/>
              </a:defRPr>
            </a:lvl1pPr>
          </a:lstStyle>
          <a:p>
            <a:pPr lvl="0"/>
            <a:r>
              <a:rPr lang="en-US" dirty="0"/>
              <a:t>Title of bullet point </a:t>
            </a:r>
          </a:p>
        </p:txBody>
      </p:sp>
      <p:sp>
        <p:nvSpPr>
          <p:cNvPr id="46" name="Text Placeholder 25"/>
          <p:cNvSpPr>
            <a:spLocks noGrp="1"/>
          </p:cNvSpPr>
          <p:nvPr>
            <p:ph type="body" sz="quarter" idx="21"/>
          </p:nvPr>
        </p:nvSpPr>
        <p:spPr>
          <a:xfrm>
            <a:off x="4745669" y="3580572"/>
            <a:ext cx="1926997" cy="1320942"/>
          </a:xfrm>
          <a:prstGeom prst="rect">
            <a:avLst/>
          </a:prstGeom>
        </p:spPr>
        <p:txBody>
          <a:bodyPr anchor="t">
            <a:noAutofit/>
          </a:bodyPr>
          <a:lstStyle>
            <a:lvl1pPr marL="171450" indent="-171450" algn="ctr">
              <a:buFont typeface="Arial" panose="020B0604020202020204" pitchFamily="34" charset="0"/>
              <a:buChar char="−"/>
              <a:defRPr sz="1150" b="0" baseline="0">
                <a:solidFill>
                  <a:schemeClr val="tx2">
                    <a:lumMod val="75000"/>
                  </a:schemeClr>
                </a:solidFill>
                <a:latin typeface="Arial"/>
                <a:cs typeface="Arial"/>
              </a:defRPr>
            </a:lvl1pPr>
          </a:lstStyle>
          <a:p>
            <a:pPr lvl="0"/>
            <a:endParaRPr lang="en-US" dirty="0"/>
          </a:p>
        </p:txBody>
      </p:sp>
      <p:sp>
        <p:nvSpPr>
          <p:cNvPr id="47" name="Text Placeholder 25"/>
          <p:cNvSpPr>
            <a:spLocks noGrp="1"/>
          </p:cNvSpPr>
          <p:nvPr>
            <p:ph type="body" sz="quarter" idx="22" hasCustomPrompt="1"/>
          </p:nvPr>
        </p:nvSpPr>
        <p:spPr>
          <a:xfrm>
            <a:off x="6963010" y="3208347"/>
            <a:ext cx="1926997" cy="339671"/>
          </a:xfrm>
          <a:prstGeom prst="rect">
            <a:avLst/>
          </a:prstGeom>
        </p:spPr>
        <p:txBody>
          <a:bodyPr>
            <a:noAutofit/>
          </a:bodyPr>
          <a:lstStyle>
            <a:lvl1pPr marL="0" indent="0" algn="ctr">
              <a:buNone/>
              <a:defRPr sz="1250" b="1" baseline="0">
                <a:solidFill>
                  <a:schemeClr val="tx2">
                    <a:lumMod val="75000"/>
                  </a:schemeClr>
                </a:solidFill>
                <a:latin typeface="Arial"/>
                <a:cs typeface="Arial"/>
              </a:defRPr>
            </a:lvl1pPr>
          </a:lstStyle>
          <a:p>
            <a:pPr lvl="0"/>
            <a:r>
              <a:rPr lang="en-US" dirty="0"/>
              <a:t>Title of bullet point </a:t>
            </a:r>
          </a:p>
        </p:txBody>
      </p:sp>
      <p:sp>
        <p:nvSpPr>
          <p:cNvPr id="48" name="Text Placeholder 25"/>
          <p:cNvSpPr>
            <a:spLocks noGrp="1"/>
          </p:cNvSpPr>
          <p:nvPr>
            <p:ph type="body" sz="quarter" idx="23"/>
          </p:nvPr>
        </p:nvSpPr>
        <p:spPr>
          <a:xfrm>
            <a:off x="6963010" y="3580572"/>
            <a:ext cx="1926997" cy="1320942"/>
          </a:xfrm>
          <a:prstGeom prst="rect">
            <a:avLst/>
          </a:prstGeom>
        </p:spPr>
        <p:txBody>
          <a:bodyPr anchor="t">
            <a:noAutofit/>
          </a:bodyPr>
          <a:lstStyle>
            <a:lvl1pPr marL="171450" indent="-171450" algn="ctr">
              <a:buFont typeface="Arial" panose="020B0604020202020204" pitchFamily="34" charset="0"/>
              <a:buChar char="−"/>
              <a:defRPr sz="1150" b="0" baseline="0">
                <a:solidFill>
                  <a:schemeClr val="tx2">
                    <a:lumMod val="75000"/>
                  </a:schemeClr>
                </a:solidFill>
                <a:latin typeface="Arial"/>
                <a:cs typeface="Arial"/>
              </a:defRPr>
            </a:lvl1pPr>
          </a:lstStyle>
          <a:p>
            <a:pPr lvl="0"/>
            <a:endParaRPr lang="en-US" dirty="0"/>
          </a:p>
        </p:txBody>
      </p:sp>
      <p:sp>
        <p:nvSpPr>
          <p:cNvPr id="3" name="Title 2"/>
          <p:cNvSpPr>
            <a:spLocks noGrp="1"/>
          </p:cNvSpPr>
          <p:nvPr>
            <p:ph type="title"/>
          </p:nvPr>
        </p:nvSpPr>
        <p:spPr/>
        <p:txBody>
          <a:bodyPr/>
          <a:lstStyle>
            <a:lvl1pPr>
              <a:defRPr>
                <a:solidFill>
                  <a:schemeClr val="accent1"/>
                </a:solidFill>
              </a:defRPr>
            </a:lvl1pPr>
          </a:lstStyle>
          <a:p>
            <a:r>
              <a:rPr lang="en-US" dirty="0"/>
              <a:t>Click to edit Master title style</a:t>
            </a:r>
            <a:endParaRPr lang="en-GB" dirty="0"/>
          </a:p>
        </p:txBody>
      </p:sp>
      <p:cxnSp>
        <p:nvCxnSpPr>
          <p:cNvPr id="16" name="Straight Connector 15"/>
          <p:cNvCxnSpPr/>
          <p:nvPr userDrawn="1"/>
        </p:nvCxnSpPr>
        <p:spPr>
          <a:xfrm>
            <a:off x="230982" y="777240"/>
            <a:ext cx="8682035" cy="0"/>
          </a:xfrm>
          <a:prstGeom prst="line">
            <a:avLst/>
          </a:prstGeom>
          <a:ln w="3175" cmpd="sng">
            <a:solidFill>
              <a:srgbClr val="727272"/>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412884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2_Timeline Slide">
    <p:spTree>
      <p:nvGrpSpPr>
        <p:cNvPr id="1" name=""/>
        <p:cNvGrpSpPr/>
        <p:nvPr/>
      </p:nvGrpSpPr>
      <p:grpSpPr>
        <a:xfrm>
          <a:off x="0" y="0"/>
          <a:ext cx="0" cy="0"/>
          <a:chOff x="0" y="0"/>
          <a:chExt cx="0" cy="0"/>
        </a:xfrm>
      </p:grpSpPr>
      <p:sp>
        <p:nvSpPr>
          <p:cNvPr id="2" name="Block Arc 1"/>
          <p:cNvSpPr/>
          <p:nvPr userDrawn="1"/>
        </p:nvSpPr>
        <p:spPr>
          <a:xfrm>
            <a:off x="1042700" y="1875099"/>
            <a:ext cx="1970328" cy="1970328"/>
          </a:xfrm>
          <a:prstGeom prst="blockArc">
            <a:avLst>
              <a:gd name="adj1" fmla="val 10800000"/>
              <a:gd name="adj2" fmla="val 125517"/>
              <a:gd name="adj3" fmla="val 16011"/>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37" name="Block Arc 36"/>
          <p:cNvSpPr/>
          <p:nvPr userDrawn="1"/>
        </p:nvSpPr>
        <p:spPr>
          <a:xfrm rot="10800000">
            <a:off x="2698374" y="1910113"/>
            <a:ext cx="1970328" cy="1970328"/>
          </a:xfrm>
          <a:prstGeom prst="blockArc">
            <a:avLst>
              <a:gd name="adj1" fmla="val 10676732"/>
              <a:gd name="adj2" fmla="val 125517"/>
              <a:gd name="adj3" fmla="val 16011"/>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38" name="Block Arc 37"/>
          <p:cNvSpPr/>
          <p:nvPr userDrawn="1"/>
        </p:nvSpPr>
        <p:spPr>
          <a:xfrm>
            <a:off x="4351635" y="1887776"/>
            <a:ext cx="1970328" cy="1970328"/>
          </a:xfrm>
          <a:prstGeom prst="blockArc">
            <a:avLst>
              <a:gd name="adj1" fmla="val 10800000"/>
              <a:gd name="adj2" fmla="val 125517"/>
              <a:gd name="adj3" fmla="val 16011"/>
            </a:avLst>
          </a:prstGeom>
          <a:solidFill>
            <a:schemeClr val="bg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39" name="Block Arc 38"/>
          <p:cNvSpPr/>
          <p:nvPr userDrawn="1"/>
        </p:nvSpPr>
        <p:spPr>
          <a:xfrm rot="10800000">
            <a:off x="6008612" y="1907824"/>
            <a:ext cx="1970328" cy="1970328"/>
          </a:xfrm>
          <a:prstGeom prst="blockArc">
            <a:avLst>
              <a:gd name="adj1" fmla="val 10676732"/>
              <a:gd name="adj2" fmla="val 125517"/>
              <a:gd name="adj3" fmla="val 16011"/>
            </a:avLst>
          </a:prstGeom>
          <a:solidFill>
            <a:schemeClr val="accent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pic>
        <p:nvPicPr>
          <p:cNvPr id="15" name="Picture 14"/>
          <p:cNvPicPr>
            <a:picLocks noChangeAspect="1"/>
          </p:cNvPicPr>
          <p:nvPr userDrawn="1"/>
        </p:nvPicPr>
        <p:blipFill rotWithShape="1">
          <a:blip r:embed="rId2"/>
          <a:srcRect l="-183484" r="-190029" b="37374"/>
          <a:stretch/>
        </p:blipFill>
        <p:spPr>
          <a:xfrm>
            <a:off x="1906070" y="3566042"/>
            <a:ext cx="158750" cy="227151"/>
          </a:xfrm>
          <a:prstGeom prst="rect">
            <a:avLst/>
          </a:prstGeom>
        </p:spPr>
      </p:pic>
      <p:sp>
        <p:nvSpPr>
          <p:cNvPr id="19" name="Picture Placeholder 21"/>
          <p:cNvSpPr>
            <a:spLocks noGrp="1"/>
          </p:cNvSpPr>
          <p:nvPr>
            <p:ph type="pic" sz="quarter" idx="10" hasCustomPrompt="1"/>
          </p:nvPr>
        </p:nvSpPr>
        <p:spPr>
          <a:xfrm>
            <a:off x="1450994" y="2309847"/>
            <a:ext cx="1157718" cy="1157716"/>
          </a:xfrm>
          <a:prstGeom prst="ellipse">
            <a:avLst/>
          </a:prstGeom>
          <a:solidFill>
            <a:schemeClr val="bg1">
              <a:lumMod val="85000"/>
            </a:schemeClr>
          </a:solidFill>
          <a:ln>
            <a:noFill/>
          </a:ln>
        </p:spPr>
        <p:txBody>
          <a:bodyPr anchor="t">
            <a:normAutofit/>
          </a:bodyPr>
          <a:lstStyle>
            <a:lvl1pPr marL="0" indent="0" algn="ctr">
              <a:buNone/>
              <a:defRPr sz="1300" baseline="0">
                <a:solidFill>
                  <a:schemeClr val="bg1"/>
                </a:solidFill>
                <a:latin typeface="Arial"/>
                <a:cs typeface="Arial"/>
              </a:defRPr>
            </a:lvl1pPr>
          </a:lstStyle>
          <a:p>
            <a:r>
              <a:rPr lang="en-US" dirty="0"/>
              <a:t>Insert Picture</a:t>
            </a:r>
          </a:p>
        </p:txBody>
      </p:sp>
      <p:sp>
        <p:nvSpPr>
          <p:cNvPr id="20" name="Picture Placeholder 21"/>
          <p:cNvSpPr>
            <a:spLocks noGrp="1"/>
          </p:cNvSpPr>
          <p:nvPr>
            <p:ph type="pic" sz="quarter" idx="11" hasCustomPrompt="1"/>
          </p:nvPr>
        </p:nvSpPr>
        <p:spPr>
          <a:xfrm>
            <a:off x="3108774" y="2309847"/>
            <a:ext cx="1157718" cy="1157716"/>
          </a:xfrm>
          <a:prstGeom prst="ellipse">
            <a:avLst/>
          </a:prstGeom>
          <a:solidFill>
            <a:schemeClr val="bg1">
              <a:lumMod val="85000"/>
            </a:schemeClr>
          </a:solidFill>
          <a:ln>
            <a:noFill/>
          </a:ln>
        </p:spPr>
        <p:txBody>
          <a:bodyPr anchor="t">
            <a:normAutofit/>
          </a:bodyPr>
          <a:lstStyle>
            <a:lvl1pPr marL="0" indent="0" algn="ctr">
              <a:buNone/>
              <a:defRPr sz="1300" baseline="0">
                <a:solidFill>
                  <a:schemeClr val="bg1"/>
                </a:solidFill>
                <a:latin typeface="Arial"/>
                <a:cs typeface="Arial"/>
              </a:defRPr>
            </a:lvl1pPr>
          </a:lstStyle>
          <a:p>
            <a:r>
              <a:rPr lang="en-US" dirty="0"/>
              <a:t>Insert Picture</a:t>
            </a:r>
          </a:p>
        </p:txBody>
      </p:sp>
      <p:sp>
        <p:nvSpPr>
          <p:cNvPr id="21" name="Picture Placeholder 21"/>
          <p:cNvSpPr>
            <a:spLocks noGrp="1"/>
          </p:cNvSpPr>
          <p:nvPr>
            <p:ph type="pic" sz="quarter" idx="12" hasCustomPrompt="1"/>
          </p:nvPr>
        </p:nvSpPr>
        <p:spPr>
          <a:xfrm>
            <a:off x="4757947" y="2309847"/>
            <a:ext cx="1157718" cy="1157716"/>
          </a:xfrm>
          <a:prstGeom prst="ellipse">
            <a:avLst/>
          </a:prstGeom>
          <a:solidFill>
            <a:schemeClr val="bg1">
              <a:lumMod val="85000"/>
            </a:schemeClr>
          </a:solidFill>
          <a:ln>
            <a:noFill/>
          </a:ln>
        </p:spPr>
        <p:txBody>
          <a:bodyPr anchor="t">
            <a:normAutofit/>
          </a:bodyPr>
          <a:lstStyle>
            <a:lvl1pPr marL="0" indent="0" algn="ctr">
              <a:buNone/>
              <a:defRPr sz="1300" baseline="0">
                <a:solidFill>
                  <a:schemeClr val="bg1"/>
                </a:solidFill>
                <a:latin typeface="Arial"/>
                <a:cs typeface="Arial"/>
              </a:defRPr>
            </a:lvl1pPr>
          </a:lstStyle>
          <a:p>
            <a:r>
              <a:rPr lang="en-US" dirty="0"/>
              <a:t>Insert Picture</a:t>
            </a:r>
          </a:p>
        </p:txBody>
      </p:sp>
      <p:sp>
        <p:nvSpPr>
          <p:cNvPr id="22" name="Picture Placeholder 21"/>
          <p:cNvSpPr>
            <a:spLocks noGrp="1"/>
          </p:cNvSpPr>
          <p:nvPr>
            <p:ph type="pic" sz="quarter" idx="13" hasCustomPrompt="1"/>
          </p:nvPr>
        </p:nvSpPr>
        <p:spPr>
          <a:xfrm>
            <a:off x="6410236" y="2330442"/>
            <a:ext cx="1157718" cy="1157716"/>
          </a:xfrm>
          <a:prstGeom prst="ellipse">
            <a:avLst/>
          </a:prstGeom>
          <a:solidFill>
            <a:schemeClr val="bg1">
              <a:lumMod val="85000"/>
            </a:schemeClr>
          </a:solidFill>
          <a:ln>
            <a:noFill/>
          </a:ln>
        </p:spPr>
        <p:txBody>
          <a:bodyPr anchor="t">
            <a:normAutofit/>
          </a:bodyPr>
          <a:lstStyle>
            <a:lvl1pPr marL="0" indent="0" algn="ctr">
              <a:buNone/>
              <a:defRPr sz="1300" baseline="0">
                <a:solidFill>
                  <a:schemeClr val="bg1"/>
                </a:solidFill>
                <a:latin typeface="Arial"/>
                <a:cs typeface="Arial"/>
              </a:defRPr>
            </a:lvl1pPr>
          </a:lstStyle>
          <a:p>
            <a:r>
              <a:rPr lang="en-US" dirty="0"/>
              <a:t>Insert Picture</a:t>
            </a:r>
          </a:p>
        </p:txBody>
      </p:sp>
      <p:sp>
        <p:nvSpPr>
          <p:cNvPr id="23" name="Text Placeholder 25"/>
          <p:cNvSpPr>
            <a:spLocks noGrp="1"/>
          </p:cNvSpPr>
          <p:nvPr>
            <p:ph type="body" sz="quarter" idx="14" hasCustomPrompt="1"/>
          </p:nvPr>
        </p:nvSpPr>
        <p:spPr>
          <a:xfrm>
            <a:off x="1045054" y="3971733"/>
            <a:ext cx="2106078" cy="339671"/>
          </a:xfrm>
          <a:prstGeom prst="rect">
            <a:avLst/>
          </a:prstGeom>
        </p:spPr>
        <p:txBody>
          <a:bodyPr>
            <a:noAutofit/>
          </a:bodyPr>
          <a:lstStyle>
            <a:lvl1pPr marL="0" indent="0" algn="ctr">
              <a:buNone/>
              <a:defRPr sz="1250" b="1" baseline="0">
                <a:solidFill>
                  <a:schemeClr val="tx1">
                    <a:lumMod val="85000"/>
                    <a:lumOff val="15000"/>
                  </a:schemeClr>
                </a:solidFill>
                <a:latin typeface="Arial"/>
                <a:cs typeface="Arial"/>
              </a:defRPr>
            </a:lvl1pPr>
          </a:lstStyle>
          <a:p>
            <a:pPr lvl="0"/>
            <a:r>
              <a:rPr lang="en-US" dirty="0"/>
              <a:t>Title of bullet point </a:t>
            </a:r>
          </a:p>
        </p:txBody>
      </p:sp>
      <p:sp>
        <p:nvSpPr>
          <p:cNvPr id="24" name="Text Placeholder 25"/>
          <p:cNvSpPr>
            <a:spLocks noGrp="1"/>
          </p:cNvSpPr>
          <p:nvPr>
            <p:ph type="body" sz="quarter" idx="15"/>
          </p:nvPr>
        </p:nvSpPr>
        <p:spPr>
          <a:xfrm>
            <a:off x="1045054" y="4262320"/>
            <a:ext cx="2106078" cy="685379"/>
          </a:xfrm>
          <a:prstGeom prst="rect">
            <a:avLst/>
          </a:prstGeom>
        </p:spPr>
        <p:txBody>
          <a:bodyPr anchor="t">
            <a:noAutofit/>
          </a:bodyPr>
          <a:lstStyle>
            <a:lvl1pPr marL="0" indent="0" algn="ctr">
              <a:buNone/>
              <a:defRPr sz="1100" b="0" baseline="0">
                <a:solidFill>
                  <a:schemeClr val="tx1">
                    <a:lumMod val="85000"/>
                    <a:lumOff val="15000"/>
                  </a:schemeClr>
                </a:solidFill>
                <a:latin typeface="Arial"/>
                <a:cs typeface="Arial"/>
              </a:defRPr>
            </a:lvl1pPr>
          </a:lstStyle>
          <a:p>
            <a:pPr lvl="0"/>
            <a:endParaRPr lang="en-US" dirty="0"/>
          </a:p>
        </p:txBody>
      </p:sp>
      <p:sp>
        <p:nvSpPr>
          <p:cNvPr id="25" name="Text Placeholder 25"/>
          <p:cNvSpPr>
            <a:spLocks noGrp="1"/>
          </p:cNvSpPr>
          <p:nvPr>
            <p:ph type="body" sz="quarter" idx="16" hasCustomPrompt="1"/>
          </p:nvPr>
        </p:nvSpPr>
        <p:spPr>
          <a:xfrm>
            <a:off x="2624409" y="886096"/>
            <a:ext cx="2106078" cy="339671"/>
          </a:xfrm>
          <a:prstGeom prst="rect">
            <a:avLst/>
          </a:prstGeom>
        </p:spPr>
        <p:txBody>
          <a:bodyPr>
            <a:noAutofit/>
          </a:bodyPr>
          <a:lstStyle>
            <a:lvl1pPr marL="0" indent="0" algn="ctr">
              <a:buNone/>
              <a:defRPr sz="1250" b="1" baseline="0">
                <a:solidFill>
                  <a:schemeClr val="tx1">
                    <a:lumMod val="85000"/>
                    <a:lumOff val="15000"/>
                  </a:schemeClr>
                </a:solidFill>
                <a:latin typeface="Arial"/>
                <a:cs typeface="Arial"/>
              </a:defRPr>
            </a:lvl1pPr>
          </a:lstStyle>
          <a:p>
            <a:pPr lvl="0"/>
            <a:r>
              <a:rPr lang="en-US" dirty="0"/>
              <a:t>Title of bullet point </a:t>
            </a:r>
          </a:p>
        </p:txBody>
      </p:sp>
      <p:sp>
        <p:nvSpPr>
          <p:cNvPr id="27" name="Text Placeholder 25"/>
          <p:cNvSpPr>
            <a:spLocks noGrp="1"/>
          </p:cNvSpPr>
          <p:nvPr>
            <p:ph type="body" sz="quarter" idx="18" hasCustomPrompt="1"/>
          </p:nvPr>
        </p:nvSpPr>
        <p:spPr>
          <a:xfrm>
            <a:off x="4270805" y="3971733"/>
            <a:ext cx="2106078" cy="339671"/>
          </a:xfrm>
          <a:prstGeom prst="rect">
            <a:avLst/>
          </a:prstGeom>
        </p:spPr>
        <p:txBody>
          <a:bodyPr>
            <a:noAutofit/>
          </a:bodyPr>
          <a:lstStyle>
            <a:lvl1pPr marL="0" indent="0" algn="ctr">
              <a:buNone/>
              <a:defRPr sz="1250" b="1" baseline="0">
                <a:solidFill>
                  <a:schemeClr val="tx1">
                    <a:lumMod val="85000"/>
                    <a:lumOff val="15000"/>
                  </a:schemeClr>
                </a:solidFill>
                <a:latin typeface="Arial"/>
                <a:cs typeface="Arial"/>
              </a:defRPr>
            </a:lvl1pPr>
          </a:lstStyle>
          <a:p>
            <a:pPr lvl="0"/>
            <a:r>
              <a:rPr lang="en-US" dirty="0"/>
              <a:t>Title of bullet point </a:t>
            </a:r>
          </a:p>
        </p:txBody>
      </p:sp>
      <p:sp>
        <p:nvSpPr>
          <p:cNvPr id="29" name="Text Placeholder 25"/>
          <p:cNvSpPr>
            <a:spLocks noGrp="1"/>
          </p:cNvSpPr>
          <p:nvPr>
            <p:ph type="body" sz="quarter" idx="20" hasCustomPrompt="1"/>
          </p:nvPr>
        </p:nvSpPr>
        <p:spPr>
          <a:xfrm>
            <a:off x="5870066" y="886096"/>
            <a:ext cx="2106078" cy="339671"/>
          </a:xfrm>
          <a:prstGeom prst="rect">
            <a:avLst/>
          </a:prstGeom>
        </p:spPr>
        <p:txBody>
          <a:bodyPr>
            <a:noAutofit/>
          </a:bodyPr>
          <a:lstStyle>
            <a:lvl1pPr marL="0" indent="0" algn="ctr">
              <a:buNone/>
              <a:defRPr sz="1250" b="1" baseline="0">
                <a:solidFill>
                  <a:schemeClr val="tx1">
                    <a:lumMod val="85000"/>
                    <a:lumOff val="15000"/>
                  </a:schemeClr>
                </a:solidFill>
                <a:latin typeface="Arial"/>
                <a:cs typeface="Arial"/>
              </a:defRPr>
            </a:lvl1pPr>
          </a:lstStyle>
          <a:p>
            <a:pPr lvl="0"/>
            <a:r>
              <a:rPr lang="en-US" dirty="0"/>
              <a:t>Title of bullet point </a:t>
            </a:r>
          </a:p>
        </p:txBody>
      </p:sp>
      <p:sp>
        <p:nvSpPr>
          <p:cNvPr id="31" name="Text Placeholder 25"/>
          <p:cNvSpPr>
            <a:spLocks noGrp="1"/>
          </p:cNvSpPr>
          <p:nvPr>
            <p:ph type="body" sz="quarter" idx="21"/>
          </p:nvPr>
        </p:nvSpPr>
        <p:spPr>
          <a:xfrm>
            <a:off x="2624409" y="1172672"/>
            <a:ext cx="2106078" cy="695274"/>
          </a:xfrm>
          <a:prstGeom prst="rect">
            <a:avLst/>
          </a:prstGeom>
        </p:spPr>
        <p:txBody>
          <a:bodyPr anchor="t">
            <a:noAutofit/>
          </a:bodyPr>
          <a:lstStyle>
            <a:lvl1pPr marL="0" indent="0" algn="ctr">
              <a:buNone/>
              <a:defRPr sz="1100" b="0" baseline="0">
                <a:solidFill>
                  <a:schemeClr val="tx1">
                    <a:lumMod val="85000"/>
                    <a:lumOff val="15000"/>
                  </a:schemeClr>
                </a:solidFill>
                <a:latin typeface="Arial"/>
                <a:cs typeface="Arial"/>
              </a:defRPr>
            </a:lvl1pPr>
          </a:lstStyle>
          <a:p>
            <a:pPr lvl="0"/>
            <a:endParaRPr lang="en-US" dirty="0"/>
          </a:p>
        </p:txBody>
      </p:sp>
      <p:sp>
        <p:nvSpPr>
          <p:cNvPr id="32" name="Text Placeholder 25"/>
          <p:cNvSpPr>
            <a:spLocks noGrp="1"/>
          </p:cNvSpPr>
          <p:nvPr>
            <p:ph type="body" sz="quarter" idx="22"/>
          </p:nvPr>
        </p:nvSpPr>
        <p:spPr>
          <a:xfrm>
            <a:off x="5866699" y="1172672"/>
            <a:ext cx="2106078" cy="695274"/>
          </a:xfrm>
          <a:prstGeom prst="rect">
            <a:avLst/>
          </a:prstGeom>
        </p:spPr>
        <p:txBody>
          <a:bodyPr anchor="t">
            <a:noAutofit/>
          </a:bodyPr>
          <a:lstStyle>
            <a:lvl1pPr marL="0" indent="0" algn="ctr">
              <a:buNone/>
              <a:defRPr sz="1100" b="0" baseline="0">
                <a:solidFill>
                  <a:schemeClr val="tx1">
                    <a:lumMod val="85000"/>
                    <a:lumOff val="15000"/>
                  </a:schemeClr>
                </a:solidFill>
                <a:latin typeface="Arial"/>
                <a:cs typeface="Arial"/>
              </a:defRPr>
            </a:lvl1pPr>
          </a:lstStyle>
          <a:p>
            <a:pPr lvl="0"/>
            <a:endParaRPr lang="en-US" dirty="0"/>
          </a:p>
        </p:txBody>
      </p:sp>
      <p:sp>
        <p:nvSpPr>
          <p:cNvPr id="33" name="Text Placeholder 25"/>
          <p:cNvSpPr>
            <a:spLocks noGrp="1"/>
          </p:cNvSpPr>
          <p:nvPr>
            <p:ph type="body" sz="quarter" idx="23"/>
          </p:nvPr>
        </p:nvSpPr>
        <p:spPr>
          <a:xfrm>
            <a:off x="4268771" y="4266790"/>
            <a:ext cx="2106078" cy="685379"/>
          </a:xfrm>
          <a:prstGeom prst="rect">
            <a:avLst/>
          </a:prstGeom>
        </p:spPr>
        <p:txBody>
          <a:bodyPr anchor="t">
            <a:noAutofit/>
          </a:bodyPr>
          <a:lstStyle>
            <a:lvl1pPr marL="0" indent="0" algn="ctr">
              <a:buNone/>
              <a:defRPr sz="1100" b="0" baseline="0">
                <a:solidFill>
                  <a:schemeClr val="tx1">
                    <a:lumMod val="85000"/>
                    <a:lumOff val="15000"/>
                  </a:schemeClr>
                </a:solidFill>
                <a:latin typeface="Arial"/>
                <a:cs typeface="Arial"/>
              </a:defRPr>
            </a:lvl1pPr>
          </a:lstStyle>
          <a:p>
            <a:pPr lvl="0"/>
            <a:endParaRPr lang="en-US" dirty="0"/>
          </a:p>
        </p:txBody>
      </p:sp>
      <p:pic>
        <p:nvPicPr>
          <p:cNvPr id="26" name="Picture 25"/>
          <p:cNvPicPr>
            <a:picLocks noChangeAspect="1"/>
          </p:cNvPicPr>
          <p:nvPr userDrawn="1"/>
        </p:nvPicPr>
        <p:blipFill rotWithShape="1">
          <a:blip r:embed="rId2"/>
          <a:srcRect l="-183484" r="-190029" b="37374"/>
          <a:stretch/>
        </p:blipFill>
        <p:spPr>
          <a:xfrm>
            <a:off x="5267709" y="3566042"/>
            <a:ext cx="158750" cy="227151"/>
          </a:xfrm>
          <a:prstGeom prst="rect">
            <a:avLst/>
          </a:prstGeom>
        </p:spPr>
      </p:pic>
      <p:pic>
        <p:nvPicPr>
          <p:cNvPr id="28" name="Picture 27"/>
          <p:cNvPicPr>
            <a:picLocks noChangeAspect="1"/>
          </p:cNvPicPr>
          <p:nvPr userDrawn="1"/>
        </p:nvPicPr>
        <p:blipFill rotWithShape="1">
          <a:blip r:embed="rId2"/>
          <a:srcRect l="-183484" r="-190029" b="37374"/>
          <a:stretch/>
        </p:blipFill>
        <p:spPr>
          <a:xfrm>
            <a:off x="3622183" y="2006593"/>
            <a:ext cx="158750" cy="227151"/>
          </a:xfrm>
          <a:prstGeom prst="rect">
            <a:avLst/>
          </a:prstGeom>
        </p:spPr>
      </p:pic>
      <p:pic>
        <p:nvPicPr>
          <p:cNvPr id="30" name="Picture 29"/>
          <p:cNvPicPr>
            <a:picLocks noChangeAspect="1"/>
          </p:cNvPicPr>
          <p:nvPr userDrawn="1"/>
        </p:nvPicPr>
        <p:blipFill rotWithShape="1">
          <a:blip r:embed="rId2"/>
          <a:srcRect l="-183484" r="-190029" b="37374"/>
          <a:stretch/>
        </p:blipFill>
        <p:spPr>
          <a:xfrm>
            <a:off x="6915973" y="2006593"/>
            <a:ext cx="158750" cy="227151"/>
          </a:xfrm>
          <a:prstGeom prst="rect">
            <a:avLst/>
          </a:prstGeom>
        </p:spPr>
      </p:pic>
      <p:sp>
        <p:nvSpPr>
          <p:cNvPr id="3" name="Title 2"/>
          <p:cNvSpPr>
            <a:spLocks noGrp="1"/>
          </p:cNvSpPr>
          <p:nvPr>
            <p:ph type="title"/>
          </p:nvPr>
        </p:nvSpPr>
        <p:spPr/>
        <p:txBody>
          <a:bodyPr/>
          <a:lstStyle>
            <a:lvl1pPr>
              <a:defRPr>
                <a:solidFill>
                  <a:schemeClr val="accent1"/>
                </a:solidFill>
              </a:defRPr>
            </a:lvl1pPr>
          </a:lstStyle>
          <a:p>
            <a:r>
              <a:rPr lang="en-US" dirty="0"/>
              <a:t>Click to edit Master title style</a:t>
            </a:r>
            <a:endParaRPr lang="en-GB" dirty="0"/>
          </a:p>
        </p:txBody>
      </p:sp>
      <p:cxnSp>
        <p:nvCxnSpPr>
          <p:cNvPr id="36" name="Straight Connector 35"/>
          <p:cNvCxnSpPr/>
          <p:nvPr userDrawn="1"/>
        </p:nvCxnSpPr>
        <p:spPr>
          <a:xfrm>
            <a:off x="230982" y="777240"/>
            <a:ext cx="8682035" cy="0"/>
          </a:xfrm>
          <a:prstGeom prst="line">
            <a:avLst/>
          </a:prstGeom>
          <a:ln w="3175" cmpd="sng">
            <a:solidFill>
              <a:srgbClr val="727272"/>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7590702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7_Timeline Layouts">
    <p:spTree>
      <p:nvGrpSpPr>
        <p:cNvPr id="1" name=""/>
        <p:cNvGrpSpPr/>
        <p:nvPr/>
      </p:nvGrpSpPr>
      <p:grpSpPr>
        <a:xfrm>
          <a:off x="0" y="0"/>
          <a:ext cx="0" cy="0"/>
          <a:chOff x="0" y="0"/>
          <a:chExt cx="0" cy="0"/>
        </a:xfrm>
      </p:grpSpPr>
      <p:sp>
        <p:nvSpPr>
          <p:cNvPr id="2" name="Right Arrow 1"/>
          <p:cNvSpPr/>
          <p:nvPr userDrawn="1"/>
        </p:nvSpPr>
        <p:spPr>
          <a:xfrm>
            <a:off x="2" y="1956380"/>
            <a:ext cx="6523830" cy="1143343"/>
          </a:xfrm>
          <a:custGeom>
            <a:avLst/>
            <a:gdLst/>
            <a:ahLst/>
            <a:cxnLst/>
            <a:rect l="l" t="t" r="r" b="b"/>
            <a:pathLst>
              <a:path w="6523830" h="1143343">
                <a:moveTo>
                  <a:pt x="6151009" y="0"/>
                </a:moveTo>
                <a:lnTo>
                  <a:pt x="6523830" y="571672"/>
                </a:lnTo>
                <a:lnTo>
                  <a:pt x="6151009" y="1143343"/>
                </a:lnTo>
                <a:lnTo>
                  <a:pt x="6151009" y="1000906"/>
                </a:lnTo>
                <a:lnTo>
                  <a:pt x="0" y="1000906"/>
                </a:lnTo>
                <a:lnTo>
                  <a:pt x="0" y="139120"/>
                </a:lnTo>
                <a:lnTo>
                  <a:pt x="6151009" y="139120"/>
                </a:lnTo>
                <a:close/>
              </a:path>
            </a:pathLst>
          </a:custGeom>
          <a:solidFill>
            <a:srgbClr val="0047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5" name="Right Arrow 14"/>
          <p:cNvSpPr/>
          <p:nvPr userDrawn="1"/>
        </p:nvSpPr>
        <p:spPr>
          <a:xfrm>
            <a:off x="0" y="2781231"/>
            <a:ext cx="4607303" cy="1143343"/>
          </a:xfrm>
          <a:custGeom>
            <a:avLst/>
            <a:gdLst/>
            <a:ahLst/>
            <a:cxnLst/>
            <a:rect l="l" t="t" r="r" b="b"/>
            <a:pathLst>
              <a:path w="4607303" h="1143343">
                <a:moveTo>
                  <a:pt x="4234482" y="0"/>
                </a:moveTo>
                <a:lnTo>
                  <a:pt x="4607303" y="571672"/>
                </a:lnTo>
                <a:lnTo>
                  <a:pt x="4234482" y="1143343"/>
                </a:lnTo>
                <a:lnTo>
                  <a:pt x="4234482" y="985203"/>
                </a:lnTo>
                <a:lnTo>
                  <a:pt x="0" y="985203"/>
                </a:lnTo>
                <a:lnTo>
                  <a:pt x="0" y="123417"/>
                </a:lnTo>
                <a:lnTo>
                  <a:pt x="4234482" y="123417"/>
                </a:lnTo>
                <a:close/>
              </a:path>
            </a:pathLst>
          </a:cu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7" name="Right Arrow 16"/>
          <p:cNvSpPr/>
          <p:nvPr userDrawn="1"/>
        </p:nvSpPr>
        <p:spPr>
          <a:xfrm>
            <a:off x="0" y="3617461"/>
            <a:ext cx="3054252" cy="1143343"/>
          </a:xfrm>
          <a:custGeom>
            <a:avLst/>
            <a:gdLst/>
            <a:ahLst/>
            <a:cxnLst/>
            <a:rect l="l" t="t" r="r" b="b"/>
            <a:pathLst>
              <a:path w="3054252" h="1143343">
                <a:moveTo>
                  <a:pt x="2681431" y="0"/>
                </a:moveTo>
                <a:lnTo>
                  <a:pt x="3054252" y="571672"/>
                </a:lnTo>
                <a:lnTo>
                  <a:pt x="2681431" y="1143343"/>
                </a:lnTo>
                <a:lnTo>
                  <a:pt x="2681431" y="990252"/>
                </a:lnTo>
                <a:lnTo>
                  <a:pt x="0" y="990252"/>
                </a:lnTo>
                <a:lnTo>
                  <a:pt x="0" y="128466"/>
                </a:lnTo>
                <a:lnTo>
                  <a:pt x="2681431" y="128466"/>
                </a:lnTo>
                <a:close/>
              </a:path>
            </a:pathLst>
          </a:custGeom>
          <a:solidFill>
            <a:schemeClr val="bg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0" name="Text Placeholder 25"/>
          <p:cNvSpPr>
            <a:spLocks noGrp="1"/>
          </p:cNvSpPr>
          <p:nvPr>
            <p:ph type="body" sz="quarter" idx="25" hasCustomPrompt="1"/>
          </p:nvPr>
        </p:nvSpPr>
        <p:spPr>
          <a:xfrm>
            <a:off x="6768779" y="1983461"/>
            <a:ext cx="2169297" cy="200385"/>
          </a:xfrm>
          <a:prstGeom prst="rect">
            <a:avLst/>
          </a:prstGeom>
        </p:spPr>
        <p:txBody>
          <a:bodyPr anchor="ctr">
            <a:noAutofit/>
          </a:bodyPr>
          <a:lstStyle>
            <a:lvl1pPr marL="0" indent="0" algn="l">
              <a:buNone/>
              <a:defRPr sz="1400" b="1" baseline="0">
                <a:solidFill>
                  <a:schemeClr val="tx1"/>
                </a:solidFill>
                <a:latin typeface="Arial"/>
                <a:cs typeface="Arial"/>
              </a:defRPr>
            </a:lvl1pPr>
          </a:lstStyle>
          <a:p>
            <a:pPr lvl="0"/>
            <a:r>
              <a:rPr lang="en-US" dirty="0"/>
              <a:t>Title of bullet point </a:t>
            </a:r>
          </a:p>
        </p:txBody>
      </p:sp>
      <p:sp>
        <p:nvSpPr>
          <p:cNvPr id="35" name="Text Placeholder 25"/>
          <p:cNvSpPr>
            <a:spLocks noGrp="1"/>
          </p:cNvSpPr>
          <p:nvPr>
            <p:ph type="body" sz="quarter" idx="26"/>
          </p:nvPr>
        </p:nvSpPr>
        <p:spPr>
          <a:xfrm>
            <a:off x="6768779" y="2249692"/>
            <a:ext cx="2169297" cy="2511111"/>
          </a:xfrm>
          <a:prstGeom prst="rect">
            <a:avLst/>
          </a:prstGeom>
        </p:spPr>
        <p:txBody>
          <a:bodyPr anchor="t">
            <a:noAutofit/>
          </a:bodyPr>
          <a:lstStyle>
            <a:lvl1pPr marL="0" indent="0" algn="l">
              <a:buNone/>
              <a:defRPr sz="1100" b="0" baseline="0">
                <a:solidFill>
                  <a:schemeClr val="tx1"/>
                </a:solidFill>
                <a:latin typeface="Arial"/>
                <a:cs typeface="Arial"/>
              </a:defRPr>
            </a:lvl1pPr>
          </a:lstStyle>
          <a:p>
            <a:pPr lvl="0"/>
            <a:endParaRPr lang="en-US" dirty="0"/>
          </a:p>
        </p:txBody>
      </p:sp>
      <p:sp>
        <p:nvSpPr>
          <p:cNvPr id="52" name="Text Placeholder 25"/>
          <p:cNvSpPr>
            <a:spLocks noGrp="1"/>
          </p:cNvSpPr>
          <p:nvPr>
            <p:ph type="body" sz="quarter" idx="27" hasCustomPrompt="1"/>
          </p:nvPr>
        </p:nvSpPr>
        <p:spPr>
          <a:xfrm>
            <a:off x="457709" y="901892"/>
            <a:ext cx="4558274" cy="200385"/>
          </a:xfrm>
          <a:prstGeom prst="rect">
            <a:avLst/>
          </a:prstGeom>
        </p:spPr>
        <p:txBody>
          <a:bodyPr anchor="ctr">
            <a:noAutofit/>
          </a:bodyPr>
          <a:lstStyle>
            <a:lvl1pPr marL="0" indent="0" algn="l">
              <a:buNone/>
              <a:defRPr sz="1400" b="1" baseline="0">
                <a:solidFill>
                  <a:schemeClr val="tx1"/>
                </a:solidFill>
                <a:latin typeface="Arial"/>
                <a:cs typeface="Arial"/>
              </a:defRPr>
            </a:lvl1pPr>
          </a:lstStyle>
          <a:p>
            <a:pPr lvl="0"/>
            <a:r>
              <a:rPr lang="en-US" dirty="0"/>
              <a:t>Title of bullet point </a:t>
            </a:r>
          </a:p>
        </p:txBody>
      </p:sp>
      <p:sp>
        <p:nvSpPr>
          <p:cNvPr id="53" name="Text Placeholder 25"/>
          <p:cNvSpPr>
            <a:spLocks noGrp="1"/>
          </p:cNvSpPr>
          <p:nvPr>
            <p:ph type="body" sz="quarter" idx="28"/>
          </p:nvPr>
        </p:nvSpPr>
        <p:spPr>
          <a:xfrm>
            <a:off x="457713" y="1158717"/>
            <a:ext cx="4558273" cy="706456"/>
          </a:xfrm>
          <a:prstGeom prst="rect">
            <a:avLst/>
          </a:prstGeom>
        </p:spPr>
        <p:txBody>
          <a:bodyPr anchor="t">
            <a:noAutofit/>
          </a:bodyPr>
          <a:lstStyle>
            <a:lvl1pPr marL="0" indent="0" algn="l">
              <a:lnSpc>
                <a:spcPct val="120000"/>
              </a:lnSpc>
              <a:buNone/>
              <a:defRPr sz="1100" b="0" baseline="0">
                <a:solidFill>
                  <a:schemeClr val="tx1"/>
                </a:solidFill>
                <a:latin typeface="Arial"/>
                <a:cs typeface="Arial"/>
              </a:defRPr>
            </a:lvl1pPr>
          </a:lstStyle>
          <a:p>
            <a:pPr lvl="0"/>
            <a:endParaRPr lang="en-US" dirty="0"/>
          </a:p>
        </p:txBody>
      </p:sp>
      <p:sp>
        <p:nvSpPr>
          <p:cNvPr id="54" name="Text Placeholder 25"/>
          <p:cNvSpPr>
            <a:spLocks noGrp="1"/>
          </p:cNvSpPr>
          <p:nvPr>
            <p:ph type="body" sz="quarter" idx="29"/>
          </p:nvPr>
        </p:nvSpPr>
        <p:spPr>
          <a:xfrm>
            <a:off x="947346" y="2240299"/>
            <a:ext cx="1688762" cy="534229"/>
          </a:xfrm>
          <a:prstGeom prst="rect">
            <a:avLst/>
          </a:prstGeom>
        </p:spPr>
        <p:txBody>
          <a:bodyPr anchor="ctr">
            <a:noAutofit/>
          </a:bodyPr>
          <a:lstStyle>
            <a:lvl1pPr marL="0" indent="0" algn="l">
              <a:buNone/>
              <a:defRPr sz="1100" b="0" baseline="0">
                <a:solidFill>
                  <a:srgbClr val="FFFFFF"/>
                </a:solidFill>
                <a:latin typeface="Arial"/>
                <a:cs typeface="Arial"/>
              </a:defRPr>
            </a:lvl1pPr>
          </a:lstStyle>
          <a:p>
            <a:pPr lvl="0"/>
            <a:endParaRPr lang="en-US" dirty="0"/>
          </a:p>
        </p:txBody>
      </p:sp>
      <p:sp>
        <p:nvSpPr>
          <p:cNvPr id="55" name="Text Placeholder 25"/>
          <p:cNvSpPr>
            <a:spLocks noGrp="1"/>
          </p:cNvSpPr>
          <p:nvPr>
            <p:ph type="body" sz="quarter" idx="30"/>
          </p:nvPr>
        </p:nvSpPr>
        <p:spPr>
          <a:xfrm>
            <a:off x="947346" y="3063530"/>
            <a:ext cx="1688762" cy="534229"/>
          </a:xfrm>
          <a:prstGeom prst="rect">
            <a:avLst/>
          </a:prstGeom>
        </p:spPr>
        <p:txBody>
          <a:bodyPr anchor="ctr">
            <a:noAutofit/>
          </a:bodyPr>
          <a:lstStyle>
            <a:lvl1pPr marL="0" indent="0" algn="l">
              <a:buNone/>
              <a:defRPr sz="1100" b="0" baseline="0">
                <a:solidFill>
                  <a:srgbClr val="FFFFFF"/>
                </a:solidFill>
                <a:latin typeface="Arial"/>
                <a:cs typeface="Arial"/>
              </a:defRPr>
            </a:lvl1pPr>
          </a:lstStyle>
          <a:p>
            <a:pPr lvl="0"/>
            <a:endParaRPr lang="en-US" dirty="0"/>
          </a:p>
        </p:txBody>
      </p:sp>
      <p:sp>
        <p:nvSpPr>
          <p:cNvPr id="56" name="Text Placeholder 25"/>
          <p:cNvSpPr>
            <a:spLocks noGrp="1"/>
          </p:cNvSpPr>
          <p:nvPr>
            <p:ph type="body" sz="quarter" idx="31"/>
          </p:nvPr>
        </p:nvSpPr>
        <p:spPr>
          <a:xfrm>
            <a:off x="947346" y="3939109"/>
            <a:ext cx="1688762" cy="534229"/>
          </a:xfrm>
          <a:prstGeom prst="rect">
            <a:avLst/>
          </a:prstGeom>
        </p:spPr>
        <p:txBody>
          <a:bodyPr anchor="ctr">
            <a:noAutofit/>
          </a:bodyPr>
          <a:lstStyle>
            <a:lvl1pPr marL="0" indent="0" algn="l">
              <a:buNone/>
              <a:defRPr sz="1100" b="0" baseline="0">
                <a:solidFill>
                  <a:srgbClr val="FFFFFF"/>
                </a:solidFill>
                <a:latin typeface="Arial"/>
                <a:cs typeface="Arial"/>
              </a:defRPr>
            </a:lvl1pPr>
          </a:lstStyle>
          <a:p>
            <a:pPr lvl="0"/>
            <a:endParaRPr lang="en-US" dirty="0"/>
          </a:p>
        </p:txBody>
      </p:sp>
      <p:sp>
        <p:nvSpPr>
          <p:cNvPr id="3" name="Title 2"/>
          <p:cNvSpPr>
            <a:spLocks noGrp="1"/>
          </p:cNvSpPr>
          <p:nvPr>
            <p:ph type="title"/>
          </p:nvPr>
        </p:nvSpPr>
        <p:spPr/>
        <p:txBody>
          <a:bodyPr/>
          <a:lstStyle>
            <a:lvl1pPr>
              <a:defRPr>
                <a:solidFill>
                  <a:schemeClr val="accent1"/>
                </a:solidFill>
              </a:defRPr>
            </a:lvl1pPr>
          </a:lstStyle>
          <a:p>
            <a:r>
              <a:rPr lang="en-US" dirty="0"/>
              <a:t>Click to edit Master title style</a:t>
            </a:r>
            <a:endParaRPr lang="en-GB" dirty="0"/>
          </a:p>
        </p:txBody>
      </p:sp>
      <p:cxnSp>
        <p:nvCxnSpPr>
          <p:cNvPr id="16" name="Straight Connector 15"/>
          <p:cNvCxnSpPr/>
          <p:nvPr userDrawn="1"/>
        </p:nvCxnSpPr>
        <p:spPr>
          <a:xfrm>
            <a:off x="230982" y="777240"/>
            <a:ext cx="8682035" cy="0"/>
          </a:xfrm>
          <a:prstGeom prst="line">
            <a:avLst/>
          </a:prstGeom>
          <a:ln w="3175" cmpd="sng">
            <a:solidFill>
              <a:srgbClr val="727272"/>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7223442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Quotation Slide">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stretch>
            <a:fillRect/>
          </a:stretch>
        </p:blipFill>
        <p:spPr>
          <a:xfrm>
            <a:off x="817669" y="1288944"/>
            <a:ext cx="792337" cy="734862"/>
          </a:xfrm>
          <a:prstGeom prst="rect">
            <a:avLst/>
          </a:prstGeom>
        </p:spPr>
      </p:pic>
      <p:pic>
        <p:nvPicPr>
          <p:cNvPr id="5" name="Picture 4"/>
          <p:cNvPicPr>
            <a:picLocks noChangeAspect="1"/>
          </p:cNvPicPr>
          <p:nvPr userDrawn="1"/>
        </p:nvPicPr>
        <p:blipFill>
          <a:blip r:embed="rId2"/>
          <a:stretch>
            <a:fillRect/>
          </a:stretch>
        </p:blipFill>
        <p:spPr>
          <a:xfrm rot="10800000">
            <a:off x="7397088" y="3353719"/>
            <a:ext cx="792337" cy="734862"/>
          </a:xfrm>
          <a:prstGeom prst="rect">
            <a:avLst/>
          </a:prstGeom>
        </p:spPr>
      </p:pic>
      <p:sp>
        <p:nvSpPr>
          <p:cNvPr id="2" name="Title 1"/>
          <p:cNvSpPr>
            <a:spLocks noGrp="1"/>
          </p:cNvSpPr>
          <p:nvPr>
            <p:ph type="title" hasCustomPrompt="1"/>
          </p:nvPr>
        </p:nvSpPr>
        <p:spPr>
          <a:xfrm>
            <a:off x="2069628" y="1723747"/>
            <a:ext cx="5125051" cy="1735733"/>
          </a:xfrm>
        </p:spPr>
        <p:txBody>
          <a:bodyPr/>
          <a:lstStyle>
            <a:lvl1pPr>
              <a:defRPr/>
            </a:lvl1pPr>
          </a:lstStyle>
          <a:p>
            <a:r>
              <a:rPr lang="en-US" dirty="0"/>
              <a:t>Click to edit quote</a:t>
            </a:r>
            <a:endParaRPr lang="en-GB" dirty="0"/>
          </a:p>
        </p:txBody>
      </p:sp>
    </p:spTree>
    <p:extLst>
      <p:ext uri="{BB962C8B-B14F-4D97-AF65-F5344CB8AC3E}">
        <p14:creationId xmlns:p14="http://schemas.microsoft.com/office/powerpoint/2010/main" val="1323608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Closing Slide 1">
    <p:bg>
      <p:bgPr>
        <a:solidFill>
          <a:schemeClr val="accent1"/>
        </a:solidFill>
        <a:effectLst/>
      </p:bgPr>
    </p:bg>
    <p:spTree>
      <p:nvGrpSpPr>
        <p:cNvPr id="1" name=""/>
        <p:cNvGrpSpPr/>
        <p:nvPr/>
      </p:nvGrpSpPr>
      <p:grpSpPr>
        <a:xfrm>
          <a:off x="0" y="0"/>
          <a:ext cx="0" cy="0"/>
          <a:chOff x="0" y="0"/>
          <a:chExt cx="0" cy="0"/>
        </a:xfrm>
      </p:grpSpPr>
      <p:sp>
        <p:nvSpPr>
          <p:cNvPr id="18" name="TextBox 17"/>
          <p:cNvSpPr txBox="1"/>
          <p:nvPr userDrawn="1"/>
        </p:nvSpPr>
        <p:spPr>
          <a:xfrm>
            <a:off x="4897046" y="2427776"/>
            <a:ext cx="3269322" cy="738664"/>
          </a:xfrm>
          <a:prstGeom prst="rect">
            <a:avLst/>
          </a:prstGeom>
          <a:noFill/>
        </p:spPr>
        <p:txBody>
          <a:bodyPr wrap="square" lIns="0" tIns="0" rIns="0" bIns="0" rtlCol="0">
            <a:spAutoFit/>
          </a:bodyPr>
          <a:lstStyle/>
          <a:p>
            <a:pPr>
              <a:lnSpc>
                <a:spcPct val="150000"/>
              </a:lnSpc>
            </a:pPr>
            <a:r>
              <a:rPr lang="en-US" sz="3200" b="1" dirty="0">
                <a:solidFill>
                  <a:schemeClr val="bg1">
                    <a:lumMod val="85000"/>
                  </a:schemeClr>
                </a:solidFill>
                <a:latin typeface="Arial"/>
                <a:cs typeface="Arial"/>
              </a:rPr>
              <a:t>iconplc.com</a:t>
            </a:r>
          </a:p>
        </p:txBody>
      </p:sp>
      <p:sp>
        <p:nvSpPr>
          <p:cNvPr id="24" name="Rectangle 23"/>
          <p:cNvSpPr/>
          <p:nvPr userDrawn="1"/>
        </p:nvSpPr>
        <p:spPr>
          <a:xfrm>
            <a:off x="3608142" y="4800674"/>
            <a:ext cx="1938351" cy="184666"/>
          </a:xfrm>
          <a:prstGeom prst="rect">
            <a:avLst/>
          </a:prstGeom>
        </p:spPr>
        <p:txBody>
          <a:bodyPr wrap="none">
            <a:spAutoFit/>
          </a:bodyPr>
          <a:lstStyle/>
          <a:p>
            <a:pPr algn="ctr"/>
            <a:r>
              <a:rPr lang="en-US" sz="600" dirty="0">
                <a:solidFill>
                  <a:schemeClr val="bg1"/>
                </a:solidFill>
              </a:rPr>
              <a:t>© 2016 ICON. All rights reserved. Internal use only.</a:t>
            </a:r>
          </a:p>
        </p:txBody>
      </p:sp>
      <p:pic>
        <p:nvPicPr>
          <p:cNvPr id="11" name="Picture 10" descr="ICON-white.eps"/>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103213" y="262974"/>
            <a:ext cx="736549" cy="283288"/>
          </a:xfrm>
          <a:prstGeom prst="rect">
            <a:avLst/>
          </a:prstGeom>
        </p:spPr>
      </p:pic>
      <p:sp>
        <p:nvSpPr>
          <p:cNvPr id="2" name="Title 1"/>
          <p:cNvSpPr>
            <a:spLocks noGrp="1"/>
          </p:cNvSpPr>
          <p:nvPr>
            <p:ph type="title"/>
          </p:nvPr>
        </p:nvSpPr>
        <p:spPr>
          <a:xfrm>
            <a:off x="586852" y="1374139"/>
            <a:ext cx="3307125" cy="1771670"/>
          </a:xfrm>
          <a:prstGeom prst="rect">
            <a:avLst/>
          </a:prstGeom>
        </p:spPr>
        <p:txBody>
          <a:bodyPr anchor="t">
            <a:noAutofit/>
          </a:bodyPr>
          <a:lstStyle>
            <a:lvl1pPr>
              <a:defRPr sz="2000">
                <a:solidFill>
                  <a:schemeClr val="bg1"/>
                </a:solidFill>
              </a:defRPr>
            </a:lvl1pPr>
          </a:lstStyle>
          <a:p>
            <a:r>
              <a:rPr lang="en-US" dirty="0"/>
              <a:t>Click to edit Master title style</a:t>
            </a:r>
            <a:endParaRPr lang="en-GB" dirty="0"/>
          </a:p>
        </p:txBody>
      </p:sp>
      <p:pic>
        <p:nvPicPr>
          <p:cNvPr id="12" name="Picture 11">
            <a:hlinkClick r:id="rId3"/>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5896227" y="3348220"/>
            <a:ext cx="243958" cy="243958"/>
          </a:xfrm>
          <a:prstGeom prst="rect">
            <a:avLst/>
          </a:prstGeom>
        </p:spPr>
      </p:pic>
      <p:pic>
        <p:nvPicPr>
          <p:cNvPr id="13" name="Picture 12">
            <a:hlinkClick r:id="rId5"/>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a:off x="5580065" y="3348220"/>
            <a:ext cx="243958" cy="243958"/>
          </a:xfrm>
          <a:prstGeom prst="rect">
            <a:avLst/>
          </a:prstGeom>
        </p:spPr>
      </p:pic>
      <p:pic>
        <p:nvPicPr>
          <p:cNvPr id="14" name="Picture 2" descr="http://www.iconplc.com/icon-files/images/generic/footer/linkedin.png">
            <a:hlinkClick r:id="rId7"/>
          </p:cNvPr>
          <p:cNvPicPr>
            <a:picLocks noChangeAspect="1" noChangeArrowheads="1"/>
          </p:cNvPicPr>
          <p:nvPr userDrawn="1"/>
        </p:nvPicPr>
        <p:blipFill>
          <a:blip r:embed="rId8" cstate="screen">
            <a:extLst>
              <a:ext uri="{28A0092B-C50C-407E-A947-70E740481C1C}">
                <a14:useLocalDpi xmlns:a14="http://schemas.microsoft.com/office/drawing/2010/main"/>
              </a:ext>
            </a:extLst>
          </a:blip>
          <a:srcRect/>
          <a:stretch>
            <a:fillRect/>
          </a:stretch>
        </p:blipFill>
        <p:spPr bwMode="auto">
          <a:xfrm>
            <a:off x="5223770" y="3326199"/>
            <a:ext cx="288000" cy="288000"/>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 descr="C:\Users\Sarah-Jane\Desktop\youtube-icon.png">
            <a:hlinkClick r:id="rId9"/>
          </p:cNvPr>
          <p:cNvPicPr>
            <a:picLocks noChangeAspect="1" noChangeArrowheads="1"/>
          </p:cNvPicPr>
          <p:nvPr userDrawn="1"/>
        </p:nvPicPr>
        <p:blipFill>
          <a:blip r:embed="rId10">
            <a:extLst>
              <a:ext uri="{28A0092B-C50C-407E-A947-70E740481C1C}">
                <a14:useLocalDpi xmlns:a14="http://schemas.microsoft.com/office/drawing/2010/main" val="0"/>
              </a:ext>
            </a:extLst>
          </a:blip>
          <a:srcRect/>
          <a:stretch>
            <a:fillRect/>
          </a:stretch>
        </p:blipFill>
        <p:spPr bwMode="auto">
          <a:xfrm>
            <a:off x="6212390" y="3342857"/>
            <a:ext cx="244800" cy="244800"/>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3" descr="C:\Users\Sarah-Jane\Desktop\Google+.png">
            <a:hlinkClick r:id="rId11"/>
          </p:cNvPr>
          <p:cNvPicPr>
            <a:picLocks noChangeAspect="1" noChangeArrowheads="1"/>
          </p:cNvPicPr>
          <p:nvPr userDrawn="1"/>
        </p:nvPicPr>
        <p:blipFill>
          <a:blip r:embed="rId12">
            <a:extLst>
              <a:ext uri="{28A0092B-C50C-407E-A947-70E740481C1C}">
                <a14:useLocalDpi xmlns:a14="http://schemas.microsoft.com/office/drawing/2010/main" val="0"/>
              </a:ext>
            </a:extLst>
          </a:blip>
          <a:srcRect/>
          <a:stretch>
            <a:fillRect/>
          </a:stretch>
        </p:blipFill>
        <p:spPr bwMode="auto">
          <a:xfrm>
            <a:off x="4902857" y="3340476"/>
            <a:ext cx="244800" cy="244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5599973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Closing Slide 2">
    <p:spTree>
      <p:nvGrpSpPr>
        <p:cNvPr id="1" name=""/>
        <p:cNvGrpSpPr/>
        <p:nvPr/>
      </p:nvGrpSpPr>
      <p:grpSpPr>
        <a:xfrm>
          <a:off x="0" y="0"/>
          <a:ext cx="0" cy="0"/>
          <a:chOff x="0" y="0"/>
          <a:chExt cx="0" cy="0"/>
        </a:xfrm>
      </p:grpSpPr>
      <p:sp>
        <p:nvSpPr>
          <p:cNvPr id="8" name="TextBox 7"/>
          <p:cNvSpPr txBox="1"/>
          <p:nvPr userDrawn="1"/>
        </p:nvSpPr>
        <p:spPr>
          <a:xfrm>
            <a:off x="4897046" y="1667629"/>
            <a:ext cx="3269322" cy="1326004"/>
          </a:xfrm>
          <a:prstGeom prst="rect">
            <a:avLst/>
          </a:prstGeom>
          <a:noFill/>
        </p:spPr>
        <p:txBody>
          <a:bodyPr wrap="square" lIns="0" tIns="0" rIns="0" bIns="0" rtlCol="0">
            <a:spAutoFit/>
          </a:bodyPr>
          <a:lstStyle/>
          <a:p>
            <a:pPr>
              <a:lnSpc>
                <a:spcPct val="150000"/>
              </a:lnSpc>
            </a:pPr>
            <a:r>
              <a:rPr lang="en-US" sz="800" b="0" dirty="0">
                <a:solidFill>
                  <a:schemeClr val="tx2">
                    <a:lumMod val="50000"/>
                  </a:schemeClr>
                </a:solidFill>
                <a:latin typeface="Arial"/>
                <a:cs typeface="Arial"/>
              </a:rPr>
              <a:t>ICON plc is a global provider of drug development solutions and services to the pharmaceutical, biotechnology and medical device industries. The company specialises in the strategic development, management and analysis of programs that support clinical development - from compound selection to Phase I-IV clinical studies. </a:t>
            </a:r>
          </a:p>
          <a:p>
            <a:pPr>
              <a:lnSpc>
                <a:spcPct val="150000"/>
              </a:lnSpc>
            </a:pPr>
            <a:endParaRPr lang="en-US" sz="800" b="0" dirty="0">
              <a:solidFill>
                <a:schemeClr val="tx2">
                  <a:lumMod val="50000"/>
                </a:schemeClr>
              </a:solidFill>
              <a:latin typeface="Arial"/>
              <a:cs typeface="Arial"/>
            </a:endParaRPr>
          </a:p>
          <a:p>
            <a:pPr>
              <a:lnSpc>
                <a:spcPct val="150000"/>
              </a:lnSpc>
            </a:pPr>
            <a:r>
              <a:rPr lang="en-US" sz="1000" b="1" dirty="0">
                <a:solidFill>
                  <a:srgbClr val="118172"/>
                </a:solidFill>
                <a:latin typeface="Arial"/>
                <a:cs typeface="Arial"/>
              </a:rPr>
              <a:t>ICONplc.com</a:t>
            </a:r>
          </a:p>
        </p:txBody>
      </p:sp>
      <p:sp>
        <p:nvSpPr>
          <p:cNvPr id="13" name="Rectangle 12"/>
          <p:cNvSpPr/>
          <p:nvPr userDrawn="1"/>
        </p:nvSpPr>
        <p:spPr>
          <a:xfrm>
            <a:off x="3923132" y="4800674"/>
            <a:ext cx="1308370" cy="184666"/>
          </a:xfrm>
          <a:prstGeom prst="rect">
            <a:avLst/>
          </a:prstGeom>
        </p:spPr>
        <p:txBody>
          <a:bodyPr wrap="none">
            <a:spAutoFit/>
          </a:bodyPr>
          <a:lstStyle/>
          <a:p>
            <a:pPr algn="ctr"/>
            <a:r>
              <a:rPr lang="en-US" sz="600" dirty="0">
                <a:solidFill>
                  <a:schemeClr val="tx2">
                    <a:lumMod val="75000"/>
                  </a:schemeClr>
                </a:solidFill>
              </a:rPr>
              <a:t>© 2016 ICON. All rights reserved</a:t>
            </a:r>
          </a:p>
        </p:txBody>
      </p:sp>
      <p:sp>
        <p:nvSpPr>
          <p:cNvPr id="16" name="Oval 15"/>
          <p:cNvSpPr/>
          <p:nvPr userDrawn="1"/>
        </p:nvSpPr>
        <p:spPr>
          <a:xfrm>
            <a:off x="490186" y="656399"/>
            <a:ext cx="2894662" cy="2894665"/>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18" name="Picture 17" descr="ICON logo pms solid.eps"/>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965281" y="261200"/>
            <a:ext cx="721547" cy="305898"/>
          </a:xfrm>
          <a:prstGeom prst="rect">
            <a:avLst/>
          </a:prstGeom>
        </p:spPr>
      </p:pic>
      <p:pic>
        <p:nvPicPr>
          <p:cNvPr id="3" name="Picture 2"/>
          <p:cNvPicPr>
            <a:picLocks noChangeAspect="1"/>
          </p:cNvPicPr>
          <p:nvPr userDrawn="1"/>
        </p:nvPicPr>
        <p:blipFill>
          <a:blip r:embed="rId3">
            <a:alphaModFix amt="95000"/>
          </a:blip>
          <a:stretch>
            <a:fillRect/>
          </a:stretch>
        </p:blipFill>
        <p:spPr>
          <a:xfrm>
            <a:off x="2365673" y="2531888"/>
            <a:ext cx="2038350" cy="2038350"/>
          </a:xfrm>
          <a:prstGeom prst="rect">
            <a:avLst/>
          </a:prstGeom>
        </p:spPr>
      </p:pic>
      <p:sp>
        <p:nvSpPr>
          <p:cNvPr id="2" name="Title 1"/>
          <p:cNvSpPr>
            <a:spLocks noGrp="1"/>
          </p:cNvSpPr>
          <p:nvPr>
            <p:ph type="title"/>
          </p:nvPr>
        </p:nvSpPr>
        <p:spPr>
          <a:xfrm>
            <a:off x="695570" y="1431104"/>
            <a:ext cx="2483894" cy="1253055"/>
          </a:xfrm>
          <a:prstGeom prst="rect">
            <a:avLst/>
          </a:prstGeom>
        </p:spPr>
        <p:txBody>
          <a:bodyPr anchor="t">
            <a:noAutofit/>
          </a:bodyPr>
          <a:lstStyle>
            <a:lvl1pPr>
              <a:defRPr sz="2000">
                <a:solidFill>
                  <a:schemeClr val="bg1"/>
                </a:solidFill>
              </a:defRPr>
            </a:lvl1pPr>
          </a:lstStyle>
          <a:p>
            <a:r>
              <a:rPr lang="en-US" dirty="0"/>
              <a:t>Click to edit Master title style</a:t>
            </a:r>
            <a:endParaRPr lang="en-GB" dirty="0"/>
          </a:p>
        </p:txBody>
      </p:sp>
      <p:pic>
        <p:nvPicPr>
          <p:cNvPr id="14" name="Picture 13">
            <a:hlinkClick r:id="rId4"/>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5896227" y="3348220"/>
            <a:ext cx="243958" cy="243958"/>
          </a:xfrm>
          <a:prstGeom prst="rect">
            <a:avLst/>
          </a:prstGeom>
        </p:spPr>
      </p:pic>
      <p:pic>
        <p:nvPicPr>
          <p:cNvPr id="15" name="Picture 14">
            <a:hlinkClick r:id="rId6"/>
          </p:cNvPr>
          <p:cNvPicPr>
            <a:picLocks noChangeAspect="1"/>
          </p:cNvPicPr>
          <p:nvPr userDrawn="1"/>
        </p:nvPicPr>
        <p:blipFill>
          <a:blip r:embed="rId7" cstate="screen">
            <a:extLst>
              <a:ext uri="{28A0092B-C50C-407E-A947-70E740481C1C}">
                <a14:useLocalDpi xmlns:a14="http://schemas.microsoft.com/office/drawing/2010/main"/>
              </a:ext>
            </a:extLst>
          </a:blip>
          <a:stretch>
            <a:fillRect/>
          </a:stretch>
        </p:blipFill>
        <p:spPr>
          <a:xfrm>
            <a:off x="5580065" y="3348220"/>
            <a:ext cx="243958" cy="243958"/>
          </a:xfrm>
          <a:prstGeom prst="rect">
            <a:avLst/>
          </a:prstGeom>
        </p:spPr>
      </p:pic>
      <p:pic>
        <p:nvPicPr>
          <p:cNvPr id="23" name="Picture 2" descr="http://www.iconplc.com/icon-files/images/generic/footer/linkedin.png">
            <a:hlinkClick r:id="rId8"/>
          </p:cNvPr>
          <p:cNvPicPr>
            <a:picLocks noChangeAspect="1" noChangeArrowheads="1"/>
          </p:cNvPicPr>
          <p:nvPr userDrawn="1"/>
        </p:nvPicPr>
        <p:blipFill>
          <a:blip r:embed="rId9" cstate="screen">
            <a:extLst>
              <a:ext uri="{28A0092B-C50C-407E-A947-70E740481C1C}">
                <a14:useLocalDpi xmlns:a14="http://schemas.microsoft.com/office/drawing/2010/main"/>
              </a:ext>
            </a:extLst>
          </a:blip>
          <a:srcRect/>
          <a:stretch>
            <a:fillRect/>
          </a:stretch>
        </p:blipFill>
        <p:spPr bwMode="auto">
          <a:xfrm>
            <a:off x="5223770" y="3326199"/>
            <a:ext cx="288000" cy="288000"/>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 descr="C:\Users\Sarah-Jane\Desktop\youtube-icon.png">
            <a:hlinkClick r:id="rId10"/>
          </p:cNvPr>
          <p:cNvPicPr>
            <a:picLocks noChangeAspect="1" noChangeArrowheads="1"/>
          </p:cNvPicPr>
          <p:nvPr userDrawn="1"/>
        </p:nvPicPr>
        <p:blipFill>
          <a:blip r:embed="rId11">
            <a:extLst>
              <a:ext uri="{28A0092B-C50C-407E-A947-70E740481C1C}">
                <a14:useLocalDpi xmlns:a14="http://schemas.microsoft.com/office/drawing/2010/main" val="0"/>
              </a:ext>
            </a:extLst>
          </a:blip>
          <a:srcRect/>
          <a:stretch>
            <a:fillRect/>
          </a:stretch>
        </p:blipFill>
        <p:spPr bwMode="auto">
          <a:xfrm>
            <a:off x="6212390" y="3342857"/>
            <a:ext cx="244800" cy="244800"/>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3" descr="C:\Users\Sarah-Jane\Desktop\Google+.png">
            <a:hlinkClick r:id="rId12"/>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4902857" y="3340476"/>
            <a:ext cx="244800" cy="244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32529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Rectangle 4"/>
          <p:cNvSpPr/>
          <p:nvPr/>
        </p:nvSpPr>
        <p:spPr>
          <a:xfrm>
            <a:off x="0" y="0"/>
            <a:ext cx="9144000" cy="7772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dirty="0"/>
          </a:p>
        </p:txBody>
      </p:sp>
      <p:sp>
        <p:nvSpPr>
          <p:cNvPr id="2" name="Title Placeholder 1"/>
          <p:cNvSpPr>
            <a:spLocks noGrp="1"/>
          </p:cNvSpPr>
          <p:nvPr>
            <p:ph type="title"/>
          </p:nvPr>
        </p:nvSpPr>
        <p:spPr>
          <a:xfrm>
            <a:off x="466487" y="34677"/>
            <a:ext cx="8229600" cy="707886"/>
          </a:xfrm>
          <a:prstGeom prst="rect">
            <a:avLst/>
          </a:prstGeom>
        </p:spPr>
        <p:txBody>
          <a:bodyPr vert="horz" lIns="0" tIns="45720" rIns="91440" bIns="45720" rtlCol="0" anchor="ctr">
            <a:noAutofit/>
          </a:bodyPr>
          <a:lstStyle/>
          <a:p>
            <a:r>
              <a:rPr lang="en-US" dirty="0"/>
              <a:t>Click to edit Master title style</a:t>
            </a:r>
            <a:br>
              <a:rPr lang="en-US" dirty="0"/>
            </a:br>
            <a:r>
              <a:rPr lang="en-US" dirty="0"/>
              <a:t>Click to edit Master title style</a:t>
            </a:r>
            <a:endParaRPr lang="en-GB" dirty="0"/>
          </a:p>
        </p:txBody>
      </p:sp>
      <p:sp>
        <p:nvSpPr>
          <p:cNvPr id="3" name="Text Placeholder 2"/>
          <p:cNvSpPr>
            <a:spLocks noGrp="1"/>
          </p:cNvSpPr>
          <p:nvPr>
            <p:ph type="body" idx="1"/>
          </p:nvPr>
        </p:nvSpPr>
        <p:spPr>
          <a:xfrm>
            <a:off x="466487" y="945776"/>
            <a:ext cx="8229600" cy="3667483"/>
          </a:xfrm>
          <a:prstGeom prst="rect">
            <a:avLst/>
          </a:prstGeom>
        </p:spPr>
        <p:txBody>
          <a:bodyPr vert="horz" lIns="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Slide Number Placeholder 5"/>
          <p:cNvSpPr>
            <a:spLocks noGrp="1"/>
          </p:cNvSpPr>
          <p:nvPr>
            <p:ph type="sldNum" sz="quarter" idx="4"/>
          </p:nvPr>
        </p:nvSpPr>
        <p:spPr>
          <a:xfrm>
            <a:off x="6553200" y="4767277"/>
            <a:ext cx="2133600" cy="274637"/>
          </a:xfrm>
          <a:prstGeom prst="rect">
            <a:avLst/>
          </a:prstGeom>
        </p:spPr>
        <p:txBody>
          <a:bodyPr vert="horz" lIns="91440" tIns="45720" rIns="91440" bIns="45720" rtlCol="0" anchor="ctr"/>
          <a:lstStyle>
            <a:lvl1pPr algn="r">
              <a:defRPr sz="800" b="1">
                <a:solidFill>
                  <a:schemeClr val="accent1"/>
                </a:solidFill>
              </a:defRPr>
            </a:lvl1pPr>
          </a:lstStyle>
          <a:p>
            <a:fld id="{9006A104-EB2E-4D2A-BC7D-4B0E21063193}" type="slidenum">
              <a:rPr lang="en-GB" smtClean="0"/>
              <a:pPr/>
              <a:t>‹#›</a:t>
            </a:fld>
            <a:endParaRPr lang="en-GB" dirty="0"/>
          </a:p>
        </p:txBody>
      </p:sp>
    </p:spTree>
    <p:extLst>
      <p:ext uri="{BB962C8B-B14F-4D97-AF65-F5344CB8AC3E}">
        <p14:creationId xmlns:p14="http://schemas.microsoft.com/office/powerpoint/2010/main" val="1179870366"/>
      </p:ext>
    </p:extLst>
  </p:cSld>
  <p:clrMap bg1="lt1" tx1="dk1" bg2="lt2" tx2="dk2" accent1="accent1" accent2="accent2" accent3="accent3" accent4="accent4" accent5="accent5" accent6="accent6" hlink="hlink" folHlink="folHlink"/>
  <p:sldLayoutIdLst>
    <p:sldLayoutId id="2147483873" r:id="rId1"/>
    <p:sldLayoutId id="2147483847" r:id="rId2"/>
    <p:sldLayoutId id="2147483861" r:id="rId3"/>
    <p:sldLayoutId id="2147483862" r:id="rId4"/>
    <p:sldLayoutId id="2147483863" r:id="rId5"/>
    <p:sldLayoutId id="2147483864" r:id="rId6"/>
    <p:sldLayoutId id="2147483848" r:id="rId7"/>
    <p:sldLayoutId id="2147483849" r:id="rId8"/>
    <p:sldLayoutId id="2147483850" r:id="rId9"/>
    <p:sldLayoutId id="2147483856" r:id="rId10"/>
    <p:sldLayoutId id="2147483865" r:id="rId11"/>
    <p:sldLayoutId id="2147483857" r:id="rId12"/>
    <p:sldLayoutId id="2147483858" r:id="rId13"/>
    <p:sldLayoutId id="2147483859" r:id="rId14"/>
    <p:sldLayoutId id="2147483860" r:id="rId15"/>
    <p:sldLayoutId id="2147483851" r:id="rId16"/>
    <p:sldLayoutId id="2147483854" r:id="rId17"/>
    <p:sldLayoutId id="2147483876" r:id="rId18"/>
    <p:sldLayoutId id="2147483875" r:id="rId19"/>
    <p:sldLayoutId id="2147483877" r:id="rId20"/>
    <p:sldLayoutId id="2147483878" r:id="rId21"/>
    <p:sldLayoutId id="2147483874" r:id="rId22"/>
    <p:sldLayoutId id="2147483879" r:id="rId23"/>
    <p:sldLayoutId id="2147483871" r:id="rId24"/>
    <p:sldLayoutId id="2147483852" r:id="rId25"/>
    <p:sldLayoutId id="2147483853" r:id="rId26"/>
  </p:sldLayoutIdLst>
  <p:hf hdr="0" ftr="0" dt="0"/>
  <p:txStyles>
    <p:titleStyle>
      <a:lvl1pPr algn="l" defTabSz="914400" rtl="0" eaLnBrk="1" latinLnBrk="0" hangingPunct="1">
        <a:lnSpc>
          <a:spcPct val="95000"/>
        </a:lnSpc>
        <a:spcBef>
          <a:spcPct val="0"/>
        </a:spcBef>
        <a:buNone/>
        <a:defRPr sz="2000" b="1" kern="1200">
          <a:solidFill>
            <a:schemeClr val="bg1"/>
          </a:solidFill>
          <a:latin typeface="+mj-lt"/>
          <a:ea typeface="+mj-ea"/>
          <a:cs typeface="+mj-cs"/>
        </a:defRPr>
      </a:lvl1pPr>
    </p:titleStyle>
    <p:bodyStyle>
      <a:lvl1pPr marL="228600" indent="-228600" algn="l" defTabSz="914400" rtl="0" eaLnBrk="1" latinLnBrk="0" hangingPunct="1">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1pPr>
      <a:lvl2pPr marL="475488" indent="-228600" algn="l" defTabSz="914400" rtl="0" eaLnBrk="1" latinLnBrk="0" hangingPunct="1">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2pPr>
      <a:lvl3pPr marL="704088" indent="-228600" algn="l" defTabSz="914400" rtl="0" eaLnBrk="1" latinLnBrk="0" hangingPunct="1">
        <a:spcBef>
          <a:spcPts val="0"/>
        </a:spcBef>
        <a:spcAft>
          <a:spcPts val="600"/>
        </a:spcAft>
        <a:buClr>
          <a:schemeClr val="tx1"/>
        </a:buClr>
        <a:buFont typeface="Arial" panose="020B0604020202020204" pitchFamily="34" charset="0"/>
        <a:buChar char="–"/>
        <a:defRPr sz="1600" kern="1200">
          <a:solidFill>
            <a:schemeClr val="tx2"/>
          </a:solidFill>
          <a:latin typeface="+mn-lt"/>
          <a:ea typeface="+mn-ea"/>
          <a:cs typeface="+mn-cs"/>
        </a:defRPr>
      </a:lvl3pPr>
      <a:lvl4pPr marL="932688" indent="-228600" algn="l" defTabSz="914400" rtl="0" eaLnBrk="1" latinLnBrk="0" hangingPunct="1">
        <a:spcBef>
          <a:spcPts val="0"/>
        </a:spcBef>
        <a:spcAft>
          <a:spcPts val="600"/>
        </a:spcAft>
        <a:buClr>
          <a:schemeClr val="tx1"/>
        </a:buClr>
        <a:buFont typeface="Arial" panose="020B0604020202020204" pitchFamily="34" charset="0"/>
        <a:buChar char="–"/>
        <a:defRPr sz="1400" kern="1200">
          <a:solidFill>
            <a:schemeClr val="tx2"/>
          </a:solidFill>
          <a:latin typeface="+mn-lt"/>
          <a:ea typeface="+mn-ea"/>
          <a:cs typeface="+mn-cs"/>
        </a:defRPr>
      </a:lvl4pPr>
      <a:lvl5pPr marL="1161288" indent="-228600" algn="l" defTabSz="914400" rtl="0" eaLnBrk="1" latinLnBrk="0" hangingPunct="1">
        <a:spcBef>
          <a:spcPts val="0"/>
        </a:spcBef>
        <a:spcAft>
          <a:spcPts val="600"/>
        </a:spcAft>
        <a:buClr>
          <a:schemeClr val="tx1"/>
        </a:buClr>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3" Type="http://schemas.openxmlformats.org/officeDocument/2006/relationships/image" Target="../media/image-10-1.png"/><Relationship Id="rId4" Type="http://schemas.openxmlformats.org/officeDocument/2006/relationships/image" Target="../media/image-10-2.png"/><Relationship Id="rId5" Type="http://schemas.openxmlformats.org/officeDocument/2006/relationships/image" Target="../media/image-10-3.png"/><Relationship Id="rId6" Type="http://schemas.openxmlformats.org/officeDocument/2006/relationships/image" Target="../media/image-10-4.png"/><Relationship Id="rId7" Type="http://schemas.openxmlformats.org/officeDocument/2006/relationships/image" Target="../media/image-10-5.png"/><Relationship Id="rId8" Type="http://schemas.openxmlformats.org/officeDocument/2006/relationships/image" Target="../media/image-10-6.png"/><Relationship Id="rId9"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showMasterSp="0">
  <p:cSld name="Slide 1">
    <p:bg>
      <p:bgPr>
        <a:solidFill>
          <a:srgbClr val="004750"/>
        </a:solidFill>
      </p:bgPr>
    </p:bg>
    <p:spTree>
      <p:nvGrpSpPr>
        <p:cNvPr id="1" name=""/>
        <p:cNvGrpSpPr/>
        <p:nvPr/>
      </p:nvGrpSpPr>
      <p:grpSpPr>
        <a:xfrm>
          <a:off x="0" y="0"/>
          <a:ext cx="0" cy="0"/>
          <a:chOff x="0" y="0"/>
          <a:chExt cx="0" cy="0"/>
        </a:xfrm>
      </p:grpSpPr>
      <p:sp>
        <p:nvSpPr>
          <p:cNvPr id="2" name="Text 0"/>
          <p:cNvSpPr/>
          <p:nvPr/>
        </p:nvSpPr>
        <p:spPr>
          <a:xfrm>
            <a:off x="640080" y="777240"/>
            <a:ext cx="7863840" cy="320040"/>
          </a:xfrm>
          <a:prstGeom prst="rect">
            <a:avLst/>
          </a:prstGeom>
          <a:noFill/>
          <a:ln/>
        </p:spPr>
        <p:txBody>
          <a:bodyPr wrap="square" lIns="0" tIns="0" rIns="0" bIns="0" rtlCol="0" anchor="ctr"/>
          <a:lstStyle/>
          <a:p>
            <a:pPr indent="0" marL="0">
              <a:buNone/>
            </a:pPr>
            <a:r>
              <a:rPr lang="en-US" sz="1400" b="1" spc="400" kern="0" dirty="0">
                <a:solidFill>
                  <a:srgbClr val="60C3D6"/>
                </a:solidFill>
                <a:latin typeface="Arial" pitchFamily="34" charset="0"/>
                <a:ea typeface="Arial" pitchFamily="34" charset="-122"/>
                <a:cs typeface="Arial" pitchFamily="34" charset="-120"/>
              </a:rPr>
              <a:t>CDISC ANALYSIS RESULTS STANDARDS</a:t>
            </a:r>
            <a:endParaRPr lang="en-US" sz="1400" dirty="0"/>
          </a:p>
        </p:txBody>
      </p:sp>
      <p:sp>
        <p:nvSpPr>
          <p:cNvPr id="3" name="Text 1"/>
          <p:cNvSpPr/>
          <p:nvPr/>
        </p:nvSpPr>
        <p:spPr>
          <a:xfrm>
            <a:off x="640080" y="1143000"/>
            <a:ext cx="7863840" cy="1600200"/>
          </a:xfrm>
          <a:prstGeom prst="rect">
            <a:avLst/>
          </a:prstGeom>
          <a:noFill/>
          <a:ln/>
        </p:spPr>
        <p:txBody>
          <a:bodyPr wrap="square" lIns="0" tIns="0" rIns="0" bIns="0" rtlCol="0" anchor="ctr"/>
          <a:lstStyle/>
          <a:p>
            <a:pPr indent="0" marL="0">
              <a:lnSpc>
                <a:spcPct val="102000"/>
              </a:lnSpc>
              <a:buNone/>
            </a:pPr>
            <a:r>
              <a:rPr lang="en-US" sz="4400" b="1" dirty="0">
                <a:solidFill>
                  <a:srgbClr val="FFFFFF"/>
                </a:solidFill>
                <a:latin typeface="Arial" pitchFamily="34" charset="0"/>
                <a:ea typeface="Arial" pitchFamily="34" charset="-122"/>
                <a:cs typeface="Arial" pitchFamily="34" charset="-120"/>
              </a:rPr>
              <a:t>From Annotated Shells</a:t>
            </a:r>
            <a:endParaRPr lang="en-US" sz="4400" dirty="0"/>
          </a:p>
          <a:p>
            <a:pPr indent="0" marL="0">
              <a:lnSpc>
                <a:spcPct val="102000"/>
              </a:lnSpc>
              <a:buNone/>
            </a:pPr>
            <a:r>
              <a:rPr lang="en-US" sz="4400" b="1" dirty="0">
                <a:solidFill>
                  <a:srgbClr val="FFFFFF"/>
                </a:solidFill>
                <a:latin typeface="Arial" pitchFamily="34" charset="0"/>
                <a:ea typeface="Arial" pitchFamily="34" charset="-122"/>
                <a:cs typeface="Arial" pitchFamily="34" charset="-120"/>
              </a:rPr>
              <a:t>to Automated TLFs</a:t>
            </a:r>
            <a:endParaRPr lang="en-US" sz="4400" dirty="0"/>
          </a:p>
        </p:txBody>
      </p:sp>
      <p:sp>
        <p:nvSpPr>
          <p:cNvPr id="4" name="Text 2"/>
          <p:cNvSpPr/>
          <p:nvPr/>
        </p:nvSpPr>
        <p:spPr>
          <a:xfrm>
            <a:off x="640080" y="2834640"/>
            <a:ext cx="7863840" cy="640080"/>
          </a:xfrm>
          <a:prstGeom prst="rect">
            <a:avLst/>
          </a:prstGeom>
          <a:noFill/>
          <a:ln/>
        </p:spPr>
        <p:txBody>
          <a:bodyPr wrap="square" lIns="0" tIns="0" rIns="0" bIns="0" rtlCol="0" anchor="ctr"/>
          <a:lstStyle/>
          <a:p>
            <a:pPr indent="0" marL="0">
              <a:buNone/>
            </a:pPr>
            <a:r>
              <a:rPr lang="en-US" sz="1600" dirty="0">
                <a:solidFill>
                  <a:srgbClr val="6A696D"/>
                </a:solidFill>
                <a:latin typeface="Arial" pitchFamily="34" charset="0"/>
                <a:ea typeface="Arial" pitchFamily="34" charset="-122"/>
                <a:cs typeface="Arial" pitchFamily="34" charset="-120"/>
              </a:rPr>
              <a:t>How ARS and ARD turn familiar reporting artifacts into a machine-readable,</a:t>
            </a:r>
            <a:endParaRPr lang="en-US" sz="1600" dirty="0"/>
          </a:p>
          <a:p>
            <a:pPr indent="0" marL="0">
              <a:buNone/>
            </a:pPr>
            <a:r>
              <a:rPr lang="en-US" sz="1600" dirty="0">
                <a:solidFill>
                  <a:srgbClr val="6A696D"/>
                </a:solidFill>
                <a:latin typeface="Arial" pitchFamily="34" charset="0"/>
                <a:ea typeface="Arial" pitchFamily="34" charset="-122"/>
                <a:cs typeface="Arial" pitchFamily="34" charset="-120"/>
              </a:rPr>
              <a:t>reusable specification layer for clinical reporting automation</a:t>
            </a:r>
            <a:endParaRPr lang="en-US" sz="1600" dirty="0"/>
          </a:p>
        </p:txBody>
      </p:sp>
      <p:sp>
        <p:nvSpPr>
          <p:cNvPr id="5" name="Shape 3"/>
          <p:cNvSpPr/>
          <p:nvPr/>
        </p:nvSpPr>
        <p:spPr>
          <a:xfrm>
            <a:off x="640080" y="3886200"/>
            <a:ext cx="1691640" cy="457200"/>
          </a:xfrm>
          <a:prstGeom prst="roundRect">
            <a:avLst>
              <a:gd name="adj" fmla="val 48000"/>
            </a:avLst>
          </a:prstGeom>
          <a:solidFill>
            <a:srgbClr val="632B86"/>
          </a:solidFill>
          <a:ln/>
        </p:spPr>
      </p:sp>
      <p:sp>
        <p:nvSpPr>
          <p:cNvPr id="6" name="Text 4"/>
          <p:cNvSpPr/>
          <p:nvPr/>
        </p:nvSpPr>
        <p:spPr>
          <a:xfrm>
            <a:off x="640080" y="3886200"/>
            <a:ext cx="169164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Annotated Shell</a:t>
            </a:r>
            <a:endParaRPr lang="en-US" sz="1300" dirty="0"/>
          </a:p>
        </p:txBody>
      </p:sp>
      <p:sp>
        <p:nvSpPr>
          <p:cNvPr id="7" name="Text 5"/>
          <p:cNvSpPr/>
          <p:nvPr/>
        </p:nvSpPr>
        <p:spPr>
          <a:xfrm>
            <a:off x="2350008" y="3886200"/>
            <a:ext cx="329184" cy="457200"/>
          </a:xfrm>
          <a:prstGeom prst="rect">
            <a:avLst/>
          </a:prstGeom>
          <a:noFill/>
          <a:ln/>
        </p:spPr>
        <p:txBody>
          <a:bodyPr wrap="square" lIns="0" tIns="0" rIns="0" bIns="0" rtlCol="0" anchor="ctr"/>
          <a:lstStyle/>
          <a:p>
            <a:pPr algn="ctr" indent="0" marL="0">
              <a:buNone/>
            </a:pPr>
            <a:r>
              <a:rPr lang="en-US" sz="1800" b="1" dirty="0">
                <a:solidFill>
                  <a:srgbClr val="6A696D"/>
                </a:solidFill>
                <a:latin typeface="Arial" pitchFamily="34" charset="0"/>
                <a:ea typeface="Arial" pitchFamily="34" charset="-122"/>
                <a:cs typeface="Arial" pitchFamily="34" charset="-120"/>
              </a:rPr>
              <a:t>→</a:t>
            </a:r>
            <a:endParaRPr lang="en-US" sz="1800" dirty="0"/>
          </a:p>
        </p:txBody>
      </p:sp>
      <p:sp>
        <p:nvSpPr>
          <p:cNvPr id="8" name="Shape 6"/>
          <p:cNvSpPr/>
          <p:nvPr/>
        </p:nvSpPr>
        <p:spPr>
          <a:xfrm>
            <a:off x="2697480" y="3886200"/>
            <a:ext cx="1691640" cy="457200"/>
          </a:xfrm>
          <a:prstGeom prst="roundRect">
            <a:avLst>
              <a:gd name="adj" fmla="val 48000"/>
            </a:avLst>
          </a:prstGeom>
          <a:solidFill>
            <a:srgbClr val="1790D0"/>
          </a:solidFill>
          <a:ln/>
        </p:spPr>
      </p:sp>
      <p:sp>
        <p:nvSpPr>
          <p:cNvPr id="9" name="Text 7"/>
          <p:cNvSpPr/>
          <p:nvPr/>
        </p:nvSpPr>
        <p:spPr>
          <a:xfrm>
            <a:off x="2697480" y="3886200"/>
            <a:ext cx="169164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ARS JSON</a:t>
            </a:r>
            <a:endParaRPr lang="en-US" sz="1300" dirty="0"/>
          </a:p>
        </p:txBody>
      </p:sp>
      <p:sp>
        <p:nvSpPr>
          <p:cNvPr id="10" name="Text 8"/>
          <p:cNvSpPr/>
          <p:nvPr/>
        </p:nvSpPr>
        <p:spPr>
          <a:xfrm>
            <a:off x="4407408" y="3886200"/>
            <a:ext cx="329184" cy="457200"/>
          </a:xfrm>
          <a:prstGeom prst="rect">
            <a:avLst/>
          </a:prstGeom>
          <a:noFill/>
          <a:ln/>
        </p:spPr>
        <p:txBody>
          <a:bodyPr wrap="square" lIns="0" tIns="0" rIns="0" bIns="0" rtlCol="0" anchor="ctr"/>
          <a:lstStyle/>
          <a:p>
            <a:pPr algn="ctr" indent="0" marL="0">
              <a:buNone/>
            </a:pPr>
            <a:r>
              <a:rPr lang="en-US" sz="1800" b="1" dirty="0">
                <a:solidFill>
                  <a:srgbClr val="6A696D"/>
                </a:solidFill>
                <a:latin typeface="Arial" pitchFamily="34" charset="0"/>
                <a:ea typeface="Arial" pitchFamily="34" charset="-122"/>
                <a:cs typeface="Arial" pitchFamily="34" charset="-120"/>
              </a:rPr>
              <a:t>→</a:t>
            </a:r>
            <a:endParaRPr lang="en-US" sz="1800" dirty="0"/>
          </a:p>
        </p:txBody>
      </p:sp>
      <p:sp>
        <p:nvSpPr>
          <p:cNvPr id="11" name="Shape 9"/>
          <p:cNvSpPr/>
          <p:nvPr/>
        </p:nvSpPr>
        <p:spPr>
          <a:xfrm>
            <a:off x="4754880" y="3886200"/>
            <a:ext cx="1691640" cy="457200"/>
          </a:xfrm>
          <a:prstGeom prst="roundRect">
            <a:avLst>
              <a:gd name="adj" fmla="val 48000"/>
            </a:avLst>
          </a:prstGeom>
          <a:solidFill>
            <a:srgbClr val="128474"/>
          </a:solidFill>
          <a:ln/>
        </p:spPr>
      </p:sp>
      <p:sp>
        <p:nvSpPr>
          <p:cNvPr id="12" name="Text 10"/>
          <p:cNvSpPr/>
          <p:nvPr/>
        </p:nvSpPr>
        <p:spPr>
          <a:xfrm>
            <a:off x="4754880" y="3886200"/>
            <a:ext cx="169164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ARD</a:t>
            </a:r>
            <a:endParaRPr lang="en-US" sz="1300" dirty="0"/>
          </a:p>
        </p:txBody>
      </p:sp>
      <p:sp>
        <p:nvSpPr>
          <p:cNvPr id="13" name="Text 11"/>
          <p:cNvSpPr/>
          <p:nvPr/>
        </p:nvSpPr>
        <p:spPr>
          <a:xfrm>
            <a:off x="6464808" y="3886200"/>
            <a:ext cx="329184" cy="457200"/>
          </a:xfrm>
          <a:prstGeom prst="rect">
            <a:avLst/>
          </a:prstGeom>
          <a:noFill/>
          <a:ln/>
        </p:spPr>
        <p:txBody>
          <a:bodyPr wrap="square" lIns="0" tIns="0" rIns="0" bIns="0" rtlCol="0" anchor="ctr"/>
          <a:lstStyle/>
          <a:p>
            <a:pPr algn="ctr" indent="0" marL="0">
              <a:buNone/>
            </a:pPr>
            <a:r>
              <a:rPr lang="en-US" sz="1800" b="1" dirty="0">
                <a:solidFill>
                  <a:srgbClr val="6A696D"/>
                </a:solidFill>
                <a:latin typeface="Arial" pitchFamily="34" charset="0"/>
                <a:ea typeface="Arial" pitchFamily="34" charset="-122"/>
                <a:cs typeface="Arial" pitchFamily="34" charset="-120"/>
              </a:rPr>
              <a:t>→</a:t>
            </a:r>
            <a:endParaRPr lang="en-US" sz="1800" dirty="0"/>
          </a:p>
        </p:txBody>
      </p:sp>
      <p:sp>
        <p:nvSpPr>
          <p:cNvPr id="14" name="Shape 12"/>
          <p:cNvSpPr/>
          <p:nvPr/>
        </p:nvSpPr>
        <p:spPr>
          <a:xfrm>
            <a:off x="6812280" y="3886200"/>
            <a:ext cx="1691640" cy="457200"/>
          </a:xfrm>
          <a:prstGeom prst="roundRect">
            <a:avLst>
              <a:gd name="adj" fmla="val 48000"/>
            </a:avLst>
          </a:prstGeom>
          <a:solidFill>
            <a:srgbClr val="128474"/>
          </a:solidFill>
          <a:ln/>
        </p:spPr>
      </p:sp>
      <p:sp>
        <p:nvSpPr>
          <p:cNvPr id="15" name="Text 13"/>
          <p:cNvSpPr/>
          <p:nvPr/>
        </p:nvSpPr>
        <p:spPr>
          <a:xfrm>
            <a:off x="6812280" y="3886200"/>
            <a:ext cx="169164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Automated TLFs</a:t>
            </a:r>
            <a:endParaRPr lang="en-US" sz="1300" dirty="0"/>
          </a:p>
        </p:txBody>
      </p:sp>
      <p:sp>
        <p:nvSpPr>
          <p:cNvPr id="16" name="Text 14"/>
          <p:cNvSpPr/>
          <p:nvPr/>
        </p:nvSpPr>
        <p:spPr>
          <a:xfrm>
            <a:off x="640080" y="4663440"/>
            <a:ext cx="7863840" cy="274320"/>
          </a:xfrm>
          <a:prstGeom prst="rect">
            <a:avLst/>
          </a:prstGeom>
          <a:noFill/>
          <a:ln/>
        </p:spPr>
        <p:txBody>
          <a:bodyPr wrap="square" lIns="0" tIns="0" rIns="0" bIns="0" rtlCol="0" anchor="ctr"/>
          <a:lstStyle/>
          <a:p>
            <a:pPr indent="0" marL="0">
              <a:buNone/>
            </a:pPr>
            <a:r>
              <a:rPr lang="en-US" sz="1100" dirty="0">
                <a:solidFill>
                  <a:srgbClr val="6A696D"/>
                </a:solidFill>
                <a:latin typeface="Arial" pitchFamily="34" charset="0"/>
                <a:ea typeface="Arial" pitchFamily="34" charset="-122"/>
                <a:cs typeface="Arial" pitchFamily="34" charset="-120"/>
              </a:rPr>
              <a:t>Hamid Tavakoli   ·   Clinical Reporting &amp; Data Standards   ·   15-minute briefing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900" name="BrandBar"/>
          <p:cNvSpPr/>
          <p:nvPr/>
        </p:nvSpPr>
        <p:spPr>
          <a:xfrm>
            <a:off x="0" y="0"/>
            <a:ext cx="9144000" cy="777240"/>
          </a:xfrm>
          <a:prstGeom prst="rect">
            <a:avLst/>
          </a:prstGeom>
          <a:solidFill>
            <a:srgbClr val="128474"/>
          </a:solidFill>
          <a:ln>
            <a:noFill/>
          </a:ln>
        </p:spPr>
        <p:txBody>
          <a:bodyPr/>
          <a:lstStyle/>
          <a:p/>
        </p:txBody>
      </p:sp>
      <p:sp>
        <p:nvSpPr>
          <p:cNvPr id="901" name="BrandAccent"/>
          <p:cNvSpPr/>
          <p:nvPr/>
        </p:nvSpPr>
        <p:spPr>
          <a:xfrm>
            <a:off x="0" y="777240"/>
            <a:ext cx="9144000" cy="36576"/>
          </a:xfrm>
          <a:prstGeom prst="rect">
            <a:avLst/>
          </a:prstGeom>
          <a:solidFill>
            <a:srgbClr val="94D60A"/>
          </a:solidFill>
          <a:ln>
            <a:noFill/>
          </a:ln>
        </p:spPr>
        <p:txBody>
          <a:bodyPr/>
          <a:lstStyle/>
          <a:p/>
        </p:txBody>
      </p:sp>
      <p:sp>
        <p:nvSpPr>
          <p:cNvPr id="2" name="Text 0"/>
          <p:cNvSpPr/>
          <p:nvPr/>
        </p:nvSpPr>
        <p:spPr>
          <a:xfrm>
            <a:off x="457200" y="82296"/>
            <a:ext cx="8229600" cy="274320"/>
          </a:xfrm>
          <a:prstGeom prst="rect">
            <a:avLst/>
          </a:prstGeom>
          <a:noFill/>
          <a:ln/>
        </p:spPr>
        <p:txBody>
          <a:bodyPr wrap="square" lIns="0" tIns="0" rIns="0" bIns="0" rtlCol="0" anchor="ctr"/>
          <a:lstStyle/>
          <a:p>
            <a:pPr indent="0" marL="0">
              <a:buNone/>
            </a:pPr>
            <a:r>
              <a:rPr sz="1100" lang="en-US" b="1" spc="300" kern="0" dirty="0">
                <a:solidFill>
                  <a:srgbClr val="FFFFFF"/>
                </a:solidFill>
                <a:latin typeface="Arial" pitchFamily="34" charset="0"/>
                <a:ea typeface="Arial" pitchFamily="34" charset="-122"/>
                <a:cs typeface="Arial" pitchFamily="34" charset="-120"/>
              </a:rPr>
              <a:t>THE PROBLEM</a:t>
            </a:r>
            <a:endParaRPr sz="1100" lang="en-US" dirty="0"/>
          </a:p>
        </p:txBody>
      </p:sp>
      <p:sp>
        <p:nvSpPr>
          <p:cNvPr id="3" name="Text 1"/>
          <p:cNvSpPr/>
          <p:nvPr/>
        </p:nvSpPr>
        <p:spPr>
          <a:xfrm>
            <a:off x="457200" y="297180"/>
            <a:ext cx="8412480" cy="566928"/>
          </a:xfrm>
          <a:prstGeom prst="rect">
            <a:avLst/>
          </a:prstGeom>
          <a:noFill/>
          <a:ln/>
        </p:spPr>
        <p:txBody>
          <a:bodyPr wrap="square" lIns="0" tIns="0" rIns="0" bIns="0" rtlCol="0" anchor="ctr"/>
          <a:lstStyle/>
          <a:p>
            <a:pPr indent="0" marL="0">
              <a:buNone/>
            </a:pPr>
            <a:r>
              <a:rPr sz="2400" lang="en-US" b="1" dirty="0">
                <a:solidFill>
                  <a:srgbClr val="FFFFFF"/>
                </a:solidFill>
                <a:latin typeface="Arial" pitchFamily="34" charset="0"/>
                <a:ea typeface="Arial" pitchFamily="34" charset="-122"/>
                <a:cs typeface="Arial" pitchFamily="34" charset="-120"/>
              </a:rPr>
              <a:t>Why Clinical Reporting Automation Matters</a:t>
            </a:r>
            <a:endParaRPr sz="2400" lang="en-US" dirty="0"/>
          </a:p>
        </p:txBody>
      </p:sp>
      <p:sp>
        <p:nvSpPr>
          <p:cNvPr id="4" name="Shape 2"/>
          <p:cNvSpPr/>
          <p:nvPr/>
        </p:nvSpPr>
        <p:spPr>
          <a:xfrm>
            <a:off x="457200" y="1325880"/>
            <a:ext cx="3383280" cy="1042416"/>
          </a:xfrm>
          <a:prstGeom prst="roundRect">
            <a:avLst>
              <a:gd name="adj" fmla="val 7018"/>
            </a:avLst>
          </a:prstGeom>
          <a:solidFill>
            <a:srgbClr val="E4F2F4"/>
          </a:solidFill>
          <a:ln/>
        </p:spPr>
      </p:sp>
      <p:sp>
        <p:nvSpPr>
          <p:cNvPr id="5" name="Text 3"/>
          <p:cNvSpPr/>
          <p:nvPr/>
        </p:nvSpPr>
        <p:spPr>
          <a:xfrm>
            <a:off x="658368" y="1417320"/>
            <a:ext cx="3017520" cy="457200"/>
          </a:xfrm>
          <a:prstGeom prst="rect">
            <a:avLst/>
          </a:prstGeom>
          <a:noFill/>
          <a:ln/>
        </p:spPr>
        <p:txBody>
          <a:bodyPr wrap="square" lIns="0" tIns="0" rIns="0" bIns="0" rtlCol="0" anchor="ctr"/>
          <a:lstStyle/>
          <a:p>
            <a:pPr indent="0" marL="0">
              <a:buNone/>
            </a:pPr>
            <a:r>
              <a:rPr lang="en-US" sz="2600" b="1" dirty="0">
                <a:solidFill>
                  <a:srgbClr val="128474"/>
                </a:solidFill>
                <a:latin typeface="Arial" pitchFamily="34" charset="0"/>
                <a:ea typeface="Arial" pitchFamily="34" charset="-122"/>
                <a:cs typeface="Arial" pitchFamily="34" charset="-120"/>
              </a:rPr>
              <a:t>300–800</a:t>
            </a:r>
            <a:endParaRPr lang="en-US" sz="2600" dirty="0"/>
          </a:p>
        </p:txBody>
      </p:sp>
      <p:sp>
        <p:nvSpPr>
          <p:cNvPr id="6" name="Text 4"/>
          <p:cNvSpPr/>
          <p:nvPr/>
        </p:nvSpPr>
        <p:spPr>
          <a:xfrm>
            <a:off x="658368" y="1874520"/>
            <a:ext cx="3017520" cy="457200"/>
          </a:xfrm>
          <a:prstGeom prst="rect">
            <a:avLst/>
          </a:prstGeom>
          <a:noFill/>
          <a:ln/>
        </p:spPr>
        <p:txBody>
          <a:bodyPr wrap="square" lIns="0" tIns="0" rIns="0" bIns="0" rtlCol="0" anchor="ctr"/>
          <a:lstStyle/>
          <a:p>
            <a:pPr indent="0" marL="0">
              <a:buNone/>
            </a:pPr>
            <a:r>
              <a:rPr lang="en-US" sz="1150" dirty="0">
                <a:solidFill>
                  <a:srgbClr val="575756"/>
                </a:solidFill>
                <a:latin typeface="Arial" pitchFamily="34" charset="0"/>
                <a:ea typeface="Arial" pitchFamily="34" charset="-122"/>
                <a:cs typeface="Arial" pitchFamily="34" charset="-120"/>
              </a:rPr>
              <a:t>TLFs in a single submission, delivered as static RTF / PDF</a:t>
            </a:r>
            <a:endParaRPr lang="en-US" sz="1150" dirty="0"/>
          </a:p>
        </p:txBody>
      </p:sp>
      <p:sp>
        <p:nvSpPr>
          <p:cNvPr id="7" name="Shape 5"/>
          <p:cNvSpPr/>
          <p:nvPr/>
        </p:nvSpPr>
        <p:spPr>
          <a:xfrm>
            <a:off x="457200" y="2514600"/>
            <a:ext cx="3383280" cy="1042416"/>
          </a:xfrm>
          <a:prstGeom prst="roundRect">
            <a:avLst>
              <a:gd name="adj" fmla="val 7018"/>
            </a:avLst>
          </a:prstGeom>
          <a:solidFill>
            <a:srgbClr val="E4F2F4"/>
          </a:solidFill>
          <a:ln/>
        </p:spPr>
      </p:sp>
      <p:sp>
        <p:nvSpPr>
          <p:cNvPr id="8" name="Text 6"/>
          <p:cNvSpPr/>
          <p:nvPr/>
        </p:nvSpPr>
        <p:spPr>
          <a:xfrm>
            <a:off x="658368" y="2606040"/>
            <a:ext cx="3017520" cy="457200"/>
          </a:xfrm>
          <a:prstGeom prst="rect">
            <a:avLst/>
          </a:prstGeom>
          <a:noFill/>
          <a:ln/>
        </p:spPr>
        <p:txBody>
          <a:bodyPr wrap="square" lIns="0" tIns="0" rIns="0" bIns="0" rtlCol="0" anchor="ctr"/>
          <a:lstStyle/>
          <a:p>
            <a:pPr indent="0" marL="0">
              <a:buNone/>
            </a:pPr>
            <a:r>
              <a:rPr lang="en-US" sz="2600" b="1" dirty="0">
                <a:solidFill>
                  <a:srgbClr val="128474"/>
                </a:solidFill>
                <a:latin typeface="Arial" pitchFamily="34" charset="0"/>
                <a:ea typeface="Arial" pitchFamily="34" charset="-122"/>
                <a:cs typeface="Arial" pitchFamily="34" charset="-120"/>
              </a:rPr>
              <a:t>4+</a:t>
            </a:r>
            <a:endParaRPr lang="en-US" sz="2600" dirty="0"/>
          </a:p>
        </p:txBody>
      </p:sp>
      <p:sp>
        <p:nvSpPr>
          <p:cNvPr id="9" name="Text 7"/>
          <p:cNvSpPr/>
          <p:nvPr/>
        </p:nvSpPr>
        <p:spPr>
          <a:xfrm>
            <a:off x="658368" y="3063240"/>
            <a:ext cx="3017520" cy="457200"/>
          </a:xfrm>
          <a:prstGeom prst="rect">
            <a:avLst/>
          </a:prstGeom>
          <a:noFill/>
          <a:ln/>
        </p:spPr>
        <p:txBody>
          <a:bodyPr wrap="square" lIns="0" tIns="0" rIns="0" bIns="0" rtlCol="0" anchor="ctr"/>
          <a:lstStyle/>
          <a:p>
            <a:pPr indent="0" marL="0">
              <a:buNone/>
            </a:pPr>
            <a:r>
              <a:rPr lang="en-US" sz="1150" dirty="0">
                <a:solidFill>
                  <a:srgbClr val="575756"/>
                </a:solidFill>
                <a:latin typeface="Arial" pitchFamily="34" charset="0"/>
                <a:ea typeface="Arial" pitchFamily="34" charset="-122"/>
                <a:cs typeface="Arial" pitchFamily="34" charset="-120"/>
              </a:rPr>
              <a:t>manual touchpoints per output: program, validate, review, update</a:t>
            </a:r>
            <a:endParaRPr lang="en-US" sz="1150" dirty="0"/>
          </a:p>
        </p:txBody>
      </p:sp>
      <p:sp>
        <p:nvSpPr>
          <p:cNvPr id="10" name="Shape 8"/>
          <p:cNvSpPr/>
          <p:nvPr/>
        </p:nvSpPr>
        <p:spPr>
          <a:xfrm>
            <a:off x="457200" y="3703320"/>
            <a:ext cx="3383280" cy="1042416"/>
          </a:xfrm>
          <a:prstGeom prst="roundRect">
            <a:avLst>
              <a:gd name="adj" fmla="val 7018"/>
            </a:avLst>
          </a:prstGeom>
          <a:solidFill>
            <a:srgbClr val="E4F2F4"/>
          </a:solidFill>
          <a:ln/>
        </p:spPr>
      </p:sp>
      <p:sp>
        <p:nvSpPr>
          <p:cNvPr id="11" name="Text 9"/>
          <p:cNvSpPr/>
          <p:nvPr/>
        </p:nvSpPr>
        <p:spPr>
          <a:xfrm>
            <a:off x="658368" y="3794760"/>
            <a:ext cx="3017520" cy="457200"/>
          </a:xfrm>
          <a:prstGeom prst="rect">
            <a:avLst/>
          </a:prstGeom>
          <a:noFill/>
          <a:ln/>
        </p:spPr>
        <p:txBody>
          <a:bodyPr wrap="square" lIns="0" tIns="0" rIns="0" bIns="0" rtlCol="0" anchor="ctr"/>
          <a:lstStyle/>
          <a:p>
            <a:pPr indent="0" marL="0">
              <a:buNone/>
            </a:pPr>
            <a:r>
              <a:rPr lang="en-US" sz="2600" b="1" dirty="0">
                <a:solidFill>
                  <a:srgbClr val="128474"/>
                </a:solidFill>
                <a:latin typeface="Arial" pitchFamily="34" charset="0"/>
                <a:ea typeface="Arial" pitchFamily="34" charset="-122"/>
                <a:cs typeface="Arial" pitchFamily="34" charset="-120"/>
              </a:rPr>
              <a:t>Every change</a:t>
            </a:r>
            <a:endParaRPr lang="en-US" sz="2600" dirty="0"/>
          </a:p>
        </p:txBody>
      </p:sp>
      <p:sp>
        <p:nvSpPr>
          <p:cNvPr id="12" name="Text 10"/>
          <p:cNvSpPr/>
          <p:nvPr/>
        </p:nvSpPr>
        <p:spPr>
          <a:xfrm>
            <a:off x="658368" y="4251960"/>
            <a:ext cx="3017520" cy="457200"/>
          </a:xfrm>
          <a:prstGeom prst="rect">
            <a:avLst/>
          </a:prstGeom>
          <a:noFill/>
          <a:ln/>
        </p:spPr>
        <p:txBody>
          <a:bodyPr wrap="square" lIns="0" tIns="0" rIns="0" bIns="0" rtlCol="0" anchor="ctr"/>
          <a:lstStyle/>
          <a:p>
            <a:pPr indent="0" marL="0">
              <a:buNone/>
            </a:pPr>
            <a:r>
              <a:rPr lang="en-US" sz="1150" dirty="0">
                <a:solidFill>
                  <a:srgbClr val="575756"/>
                </a:solidFill>
                <a:latin typeface="Arial" pitchFamily="34" charset="0"/>
                <a:ea typeface="Arial" pitchFamily="34" charset="-122"/>
                <a:cs typeface="Arial" pitchFamily="34" charset="-120"/>
              </a:rPr>
              <a:t>to the SAP or data restarts the program–QC–review cycle</a:t>
            </a:r>
            <a:endParaRPr lang="en-US" sz="1150" dirty="0"/>
          </a:p>
        </p:txBody>
      </p:sp>
      <p:sp>
        <p:nvSpPr>
          <p:cNvPr id="13" name="Text 11"/>
          <p:cNvSpPr/>
          <p:nvPr/>
        </p:nvSpPr>
        <p:spPr>
          <a:xfrm>
            <a:off x="4206240" y="1298448"/>
            <a:ext cx="4480560" cy="274320"/>
          </a:xfrm>
          <a:prstGeom prst="rect">
            <a:avLst/>
          </a:prstGeom>
          <a:noFill/>
          <a:ln/>
        </p:spPr>
        <p:txBody>
          <a:bodyPr wrap="square" lIns="0" tIns="0" rIns="0" bIns="0" rtlCol="0" anchor="ctr"/>
          <a:lstStyle/>
          <a:p>
            <a:pPr indent="0" marL="0">
              <a:buNone/>
            </a:pPr>
            <a:r>
              <a:rPr lang="en-US" sz="1300" b="1" dirty="0">
                <a:solidFill>
                  <a:srgbClr val="004750"/>
                </a:solidFill>
                <a:latin typeface="Arial" pitchFamily="34" charset="0"/>
                <a:ea typeface="Arial" pitchFamily="34" charset="-122"/>
                <a:cs typeface="Arial" pitchFamily="34" charset="-120"/>
              </a:rPr>
              <a:t>The document-based workflow today</a:t>
            </a:r>
            <a:endParaRPr lang="en-US" sz="1300" dirty="0"/>
          </a:p>
        </p:txBody>
      </p:sp>
      <p:sp>
        <p:nvSpPr>
          <p:cNvPr id="14" name="Shape 12"/>
          <p:cNvSpPr/>
          <p:nvPr/>
        </p:nvSpPr>
        <p:spPr>
          <a:xfrm>
            <a:off x="4206240" y="1627632"/>
            <a:ext cx="2011680" cy="603504"/>
          </a:xfrm>
          <a:prstGeom prst="roundRect">
            <a:avLst>
              <a:gd name="adj" fmla="val 10606"/>
            </a:avLst>
          </a:prstGeom>
          <a:solidFill>
            <a:srgbClr val="ECE4F3"/>
          </a:solidFill>
          <a:ln/>
          <a:effectLst>
            <a:outerShdw sx="100000" sy="100000" kx="0" ky="0" algn="bl" rotWithShape="0" blurRad="88900" dist="25400" dir="2700000">
              <a:srgbClr val="000000">
                <a:alpha val="14000"/>
              </a:srgbClr>
            </a:outerShdw>
          </a:effectLst>
        </p:spPr>
      </p:sp>
      <p:sp>
        <p:nvSpPr>
          <p:cNvPr id="15" name="Text 13"/>
          <p:cNvSpPr/>
          <p:nvPr/>
        </p:nvSpPr>
        <p:spPr>
          <a:xfrm>
            <a:off x="4279392" y="1627632"/>
            <a:ext cx="1865376" cy="603504"/>
          </a:xfrm>
          <a:prstGeom prst="rect">
            <a:avLst/>
          </a:prstGeom>
          <a:noFill/>
          <a:ln/>
        </p:spPr>
        <p:txBody>
          <a:bodyPr wrap="square" lIns="0" tIns="0" rIns="0" bIns="0" rtlCol="0" anchor="ctr"/>
          <a:lstStyle/>
          <a:p>
            <a:pPr algn="ctr" indent="0" marL="0">
              <a:buNone/>
            </a:pPr>
            <a:r>
              <a:rPr lang="en-US" sz="1050" b="1" dirty="0">
                <a:solidFill>
                  <a:srgbClr val="632B86"/>
                </a:solidFill>
                <a:latin typeface="Arial" pitchFamily="34" charset="0"/>
                <a:ea typeface="Arial" pitchFamily="34" charset="-122"/>
                <a:cs typeface="Arial" pitchFamily="34" charset="-120"/>
              </a:rPr>
              <a:t>SAP + Word/Excel shells</a:t>
            </a:r>
            <a:endParaRPr lang="en-US" sz="1050" dirty="0"/>
          </a:p>
        </p:txBody>
      </p:sp>
      <p:sp>
        <p:nvSpPr>
          <p:cNvPr id="16" name="Shape 14"/>
          <p:cNvSpPr/>
          <p:nvPr/>
        </p:nvSpPr>
        <p:spPr>
          <a:xfrm>
            <a:off x="6675120" y="1627632"/>
            <a:ext cx="2011680" cy="603504"/>
          </a:xfrm>
          <a:prstGeom prst="roundRect">
            <a:avLst>
              <a:gd name="adj" fmla="val 10606"/>
            </a:avLst>
          </a:prstGeom>
          <a:solidFill>
            <a:srgbClr val="E1F1F8"/>
          </a:solidFill>
          <a:ln/>
          <a:effectLst>
            <a:outerShdw sx="100000" sy="100000" kx="0" ky="0" algn="bl" rotWithShape="0" blurRad="88900" dist="25400" dir="2700000">
              <a:srgbClr val="000000">
                <a:alpha val="14000"/>
              </a:srgbClr>
            </a:outerShdw>
          </a:effectLst>
        </p:spPr>
      </p:sp>
      <p:sp>
        <p:nvSpPr>
          <p:cNvPr id="17" name="Text 15"/>
          <p:cNvSpPr/>
          <p:nvPr/>
        </p:nvSpPr>
        <p:spPr>
          <a:xfrm>
            <a:off x="6748272" y="1627632"/>
            <a:ext cx="1865376" cy="603504"/>
          </a:xfrm>
          <a:prstGeom prst="rect">
            <a:avLst/>
          </a:prstGeom>
          <a:noFill/>
          <a:ln/>
        </p:spPr>
        <p:txBody>
          <a:bodyPr wrap="square" lIns="0" tIns="0" rIns="0" bIns="0" rtlCol="0" anchor="ctr"/>
          <a:lstStyle/>
          <a:p>
            <a:pPr algn="ctr" indent="0" marL="0">
              <a:buNone/>
            </a:pPr>
            <a:r>
              <a:rPr lang="en-US" sz="1050" b="1" dirty="0">
                <a:solidFill>
                  <a:srgbClr val="1790D0"/>
                </a:solidFill>
                <a:latin typeface="Arial" pitchFamily="34" charset="0"/>
                <a:ea typeface="Arial" pitchFamily="34" charset="-122"/>
                <a:cs typeface="Arial" pitchFamily="34" charset="-120"/>
              </a:rPr>
              <a:t>Output-specific SAS / R code</a:t>
            </a:r>
            <a:endParaRPr lang="en-US" sz="1050" dirty="0"/>
          </a:p>
        </p:txBody>
      </p:sp>
      <p:sp>
        <p:nvSpPr>
          <p:cNvPr id="18" name="Shape 16"/>
          <p:cNvSpPr/>
          <p:nvPr/>
        </p:nvSpPr>
        <p:spPr>
          <a:xfrm>
            <a:off x="6675120" y="2432304"/>
            <a:ext cx="2011680" cy="603504"/>
          </a:xfrm>
          <a:prstGeom prst="roundRect">
            <a:avLst>
              <a:gd name="adj" fmla="val 10606"/>
            </a:avLst>
          </a:prstGeom>
          <a:solidFill>
            <a:srgbClr val="F2F3ED"/>
          </a:solidFill>
          <a:ln/>
          <a:effectLst>
            <a:outerShdw sx="100000" sy="100000" kx="0" ky="0" algn="bl" rotWithShape="0" blurRad="88900" dist="25400" dir="2700000">
              <a:srgbClr val="000000">
                <a:alpha val="14000"/>
              </a:srgbClr>
            </a:outerShdw>
          </a:effectLst>
        </p:spPr>
      </p:sp>
      <p:sp>
        <p:nvSpPr>
          <p:cNvPr id="19" name="Text 17"/>
          <p:cNvSpPr/>
          <p:nvPr/>
        </p:nvSpPr>
        <p:spPr>
          <a:xfrm>
            <a:off x="6748272" y="2432304"/>
            <a:ext cx="1865376" cy="603504"/>
          </a:xfrm>
          <a:prstGeom prst="rect">
            <a:avLst/>
          </a:prstGeom>
          <a:noFill/>
          <a:ln/>
        </p:spPr>
        <p:txBody>
          <a:bodyPr wrap="square" lIns="0" tIns="0" rIns="0" bIns="0" rtlCol="0" anchor="ctr"/>
          <a:lstStyle/>
          <a:p>
            <a:pPr algn="ctr" indent="0" marL="0">
              <a:buNone/>
            </a:pPr>
            <a:r>
              <a:rPr lang="en-US" sz="1050" b="1" dirty="0">
                <a:solidFill>
                  <a:srgbClr val="575756"/>
                </a:solidFill>
                <a:latin typeface="Arial" pitchFamily="34" charset="0"/>
                <a:ea typeface="Arial" pitchFamily="34" charset="-122"/>
                <a:cs typeface="Arial" pitchFamily="34" charset="-120"/>
              </a:rPr>
              <a:t>RTF / PDF drafts + manual QC</a:t>
            </a:r>
            <a:endParaRPr lang="en-US" sz="1050" dirty="0"/>
          </a:p>
        </p:txBody>
      </p:sp>
      <p:sp>
        <p:nvSpPr>
          <p:cNvPr id="20" name="Shape 18"/>
          <p:cNvSpPr/>
          <p:nvPr/>
        </p:nvSpPr>
        <p:spPr>
          <a:xfrm>
            <a:off x="4206240" y="2432304"/>
            <a:ext cx="2011680" cy="603504"/>
          </a:xfrm>
          <a:prstGeom prst="roundRect">
            <a:avLst>
              <a:gd name="adj" fmla="val 10606"/>
            </a:avLst>
          </a:prstGeom>
          <a:solidFill>
            <a:srgbClr val="F2F3ED"/>
          </a:solidFill>
          <a:ln/>
          <a:effectLst>
            <a:outerShdw sx="100000" sy="100000" kx="0" ky="0" algn="bl" rotWithShape="0" blurRad="88900" dist="25400" dir="2700000">
              <a:srgbClr val="000000">
                <a:alpha val="14000"/>
              </a:srgbClr>
            </a:outerShdw>
          </a:effectLst>
        </p:spPr>
      </p:sp>
      <p:sp>
        <p:nvSpPr>
          <p:cNvPr id="21" name="Text 19"/>
          <p:cNvSpPr/>
          <p:nvPr/>
        </p:nvSpPr>
        <p:spPr>
          <a:xfrm>
            <a:off x="4279392" y="2432304"/>
            <a:ext cx="1865376" cy="603504"/>
          </a:xfrm>
          <a:prstGeom prst="rect">
            <a:avLst/>
          </a:prstGeom>
          <a:noFill/>
          <a:ln/>
        </p:spPr>
        <p:txBody>
          <a:bodyPr wrap="square" lIns="0" tIns="0" rIns="0" bIns="0" rtlCol="0" anchor="ctr"/>
          <a:lstStyle/>
          <a:p>
            <a:pPr algn="ctr" indent="0" marL="0">
              <a:buNone/>
            </a:pPr>
            <a:r>
              <a:rPr lang="en-US" sz="1050" b="1" dirty="0">
                <a:solidFill>
                  <a:srgbClr val="575756"/>
                </a:solidFill>
                <a:latin typeface="Arial" pitchFamily="34" charset="0"/>
                <a:ea typeface="Arial" pitchFamily="34" charset="-122"/>
                <a:cs typeface="Arial" pitchFamily="34" charset="-120"/>
              </a:rPr>
              <a:t>Rework after every SAP / data change</a:t>
            </a:r>
            <a:endParaRPr lang="en-US" sz="1050" dirty="0"/>
          </a:p>
        </p:txBody>
      </p:sp>
      <p:sp>
        <p:nvSpPr>
          <p:cNvPr id="22" name="Shape 20"/>
          <p:cNvSpPr/>
          <p:nvPr/>
        </p:nvSpPr>
        <p:spPr>
          <a:xfrm>
            <a:off x="6291072" y="1929384"/>
            <a:ext cx="310896" cy="0"/>
          </a:xfrm>
          <a:prstGeom prst="line">
            <a:avLst/>
          </a:prstGeom>
          <a:noFill/>
          <a:ln w="25400">
            <a:solidFill>
              <a:srgbClr val="6A696D"/>
            </a:solidFill>
            <a:prstDash val="solid"/>
            <a:tailEnd type="triangle"/>
          </a:ln>
        </p:spPr>
      </p:sp>
      <p:sp>
        <p:nvSpPr>
          <p:cNvPr id="23" name="Shape 21"/>
          <p:cNvSpPr/>
          <p:nvPr/>
        </p:nvSpPr>
        <p:spPr>
          <a:xfrm>
            <a:off x="7680960" y="2276856"/>
            <a:ext cx="0" cy="109728"/>
          </a:xfrm>
          <a:prstGeom prst="line">
            <a:avLst/>
          </a:prstGeom>
          <a:noFill/>
          <a:ln w="25400">
            <a:solidFill>
              <a:srgbClr val="6A696D"/>
            </a:solidFill>
            <a:prstDash val="solid"/>
            <a:tailEnd type="triangle"/>
          </a:ln>
        </p:spPr>
      </p:sp>
      <p:sp>
        <p:nvSpPr>
          <p:cNvPr id="24" name="Shape 22"/>
          <p:cNvSpPr/>
          <p:nvPr/>
        </p:nvSpPr>
        <p:spPr>
          <a:xfrm>
            <a:off x="6291072" y="2734056"/>
            <a:ext cx="310896" cy="0"/>
          </a:xfrm>
          <a:prstGeom prst="line">
            <a:avLst/>
          </a:prstGeom>
          <a:noFill/>
          <a:ln w="25400">
            <a:solidFill>
              <a:srgbClr val="6A696D"/>
            </a:solidFill>
            <a:prstDash val="solid"/>
            <a:headEnd type="triangle"/>
          </a:ln>
        </p:spPr>
      </p:sp>
      <p:sp>
        <p:nvSpPr>
          <p:cNvPr id="25" name="Shape 23"/>
          <p:cNvSpPr/>
          <p:nvPr/>
        </p:nvSpPr>
        <p:spPr>
          <a:xfrm>
            <a:off x="5212080" y="2276856"/>
            <a:ext cx="0" cy="109728"/>
          </a:xfrm>
          <a:prstGeom prst="line">
            <a:avLst/>
          </a:prstGeom>
          <a:noFill/>
          <a:ln w="22225">
            <a:solidFill>
              <a:srgbClr val="632B86"/>
            </a:solidFill>
            <a:prstDash val="dash"/>
            <a:headEnd type="triangle"/>
          </a:ln>
        </p:spPr>
      </p:sp>
      <p:sp>
        <p:nvSpPr>
          <p:cNvPr id="26" name="Text 24"/>
          <p:cNvSpPr/>
          <p:nvPr/>
        </p:nvSpPr>
        <p:spPr>
          <a:xfrm>
            <a:off x="4206240" y="3108960"/>
            <a:ext cx="4480560" cy="237744"/>
          </a:xfrm>
          <a:prstGeom prst="rect">
            <a:avLst/>
          </a:prstGeom>
          <a:noFill/>
          <a:ln/>
        </p:spPr>
        <p:txBody>
          <a:bodyPr wrap="square" lIns="0" tIns="0" rIns="0" bIns="0" rtlCol="0" anchor="ctr"/>
          <a:lstStyle/>
          <a:p>
            <a:pPr algn="ctr" indent="0" marL="0">
              <a:buNone/>
            </a:pPr>
            <a:r>
              <a:rPr lang="en-US" sz="1050" i="1" dirty="0">
                <a:solidFill>
                  <a:srgbClr val="632B86"/>
                </a:solidFill>
                <a:latin typeface="Arial" pitchFamily="34" charset="0"/>
                <a:ea typeface="Arial" pitchFamily="34" charset="-122"/>
                <a:cs typeface="Arial" pitchFamily="34" charset="-120"/>
              </a:rPr>
              <a:t>every update loops back — rework, re-QC, re-review</a:t>
            </a:r>
            <a:endParaRPr lang="en-US" sz="1050" dirty="0"/>
          </a:p>
        </p:txBody>
      </p:sp>
      <p:sp>
        <p:nvSpPr>
          <p:cNvPr id="27" name="Shape 25"/>
          <p:cNvSpPr/>
          <p:nvPr/>
        </p:nvSpPr>
        <p:spPr>
          <a:xfrm>
            <a:off x="4206240" y="3337560"/>
            <a:ext cx="4480560" cy="1417320"/>
          </a:xfrm>
          <a:prstGeom prst="roundRect">
            <a:avLst>
              <a:gd name="adj" fmla="val 5161"/>
            </a:avLst>
          </a:prstGeom>
          <a:solidFill>
            <a:srgbClr val="F2F3ED"/>
          </a:solidFill>
          <a:ln/>
        </p:spPr>
      </p:sp>
      <p:sp>
        <p:nvSpPr>
          <p:cNvPr id="28" name="Text 26"/>
          <p:cNvSpPr/>
          <p:nvPr/>
        </p:nvSpPr>
        <p:spPr>
          <a:xfrm>
            <a:off x="4407408" y="3456432"/>
            <a:ext cx="4114800" cy="1188720"/>
          </a:xfrm>
          <a:prstGeom prst="rect">
            <a:avLst/>
          </a:prstGeom>
          <a:noFill/>
          <a:ln/>
        </p:spPr>
        <p:txBody>
          <a:bodyPr wrap="square" lIns="0" tIns="0" rIns="0" bIns="0" rtlCol="0" anchor="ctr"/>
          <a:lstStyle/>
          <a:p>
            <a:pPr marL="152400" indent="-152400">
              <a:spcAft>
                <a:spcPts val="800"/>
              </a:spcAft>
              <a:buSzPct val="100000"/>
              <a:buChar char="•"/>
            </a:pPr>
            <a:r>
              <a:rPr lang="en-US" sz="1200" dirty="0">
                <a:solidFill>
                  <a:srgbClr val="575756"/>
                </a:solidFill>
                <a:latin typeface="Arial" pitchFamily="34" charset="0"/>
                <a:ea typeface="Arial" pitchFamily="34" charset="-122"/>
                <a:cs typeface="Arial" pitchFamily="34" charset="-120"/>
              </a:rPr>
              <a:t>Specifications live in documents, disconnected from executable code</a:t>
            </a:r>
            <a:endParaRPr lang="en-US" sz="1200" dirty="0"/>
          </a:p>
          <a:p>
            <a:pPr marL="152400" indent="-152400">
              <a:spcAft>
                <a:spcPts val="800"/>
              </a:spcAft>
              <a:buSzPct val="100000"/>
              <a:buChar char="•"/>
            </a:pPr>
            <a:r>
              <a:rPr lang="en-US" sz="1200" dirty="0">
                <a:solidFill>
                  <a:srgbClr val="575756"/>
                </a:solidFill>
                <a:latin typeface="Arial" pitchFamily="34" charset="0"/>
                <a:ea typeface="Arial" pitchFamily="34" charset="-122"/>
                <a:cs typeface="Arial" pitchFamily="34" charset="-120"/>
              </a:rPr>
              <a:t>Reporting logic is rewritten study after study — little structured reuse</a:t>
            </a:r>
            <a:endParaRPr lang="en-US" sz="1200" dirty="0"/>
          </a:p>
          <a:p>
            <a:pPr marL="152400" indent="-152400">
              <a:buSzPct val="100000"/>
              <a:buChar char="•"/>
            </a:pPr>
            <a:r>
              <a:rPr lang="en-US" sz="1200" dirty="0">
                <a:solidFill>
                  <a:srgbClr val="575756"/>
                </a:solidFill>
                <a:latin typeface="Arial" pitchFamily="34" charset="0"/>
                <a:ea typeface="Arial" pitchFamily="34" charset="-122"/>
                <a:cs typeface="Arial" pitchFamily="34" charset="-120"/>
              </a:rPr>
              <a:t>Reviewers trace numbers back to code and SAP text by hand</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900" name="BrandBar"/>
          <p:cNvSpPr/>
          <p:nvPr/>
        </p:nvSpPr>
        <p:spPr>
          <a:xfrm>
            <a:off x="0" y="0"/>
            <a:ext cx="9144000" cy="777240"/>
          </a:xfrm>
          <a:prstGeom prst="rect">
            <a:avLst/>
          </a:prstGeom>
          <a:solidFill>
            <a:srgbClr val="128474"/>
          </a:solidFill>
          <a:ln>
            <a:noFill/>
          </a:ln>
        </p:spPr>
        <p:txBody>
          <a:bodyPr/>
          <a:lstStyle/>
          <a:p/>
        </p:txBody>
      </p:sp>
      <p:sp>
        <p:nvSpPr>
          <p:cNvPr id="901" name="BrandAccent"/>
          <p:cNvSpPr/>
          <p:nvPr/>
        </p:nvSpPr>
        <p:spPr>
          <a:xfrm>
            <a:off x="0" y="777240"/>
            <a:ext cx="9144000" cy="36576"/>
          </a:xfrm>
          <a:prstGeom prst="rect">
            <a:avLst/>
          </a:prstGeom>
          <a:solidFill>
            <a:srgbClr val="94D60A"/>
          </a:solidFill>
          <a:ln>
            <a:noFill/>
          </a:ln>
        </p:spPr>
        <p:txBody>
          <a:bodyPr/>
          <a:lstStyle/>
          <a:p/>
        </p:txBody>
      </p:sp>
      <p:sp>
        <p:nvSpPr>
          <p:cNvPr id="2" name="Text 0"/>
          <p:cNvSpPr/>
          <p:nvPr/>
        </p:nvSpPr>
        <p:spPr>
          <a:xfrm>
            <a:off x="457200" y="82296"/>
            <a:ext cx="8229600" cy="274320"/>
          </a:xfrm>
          <a:prstGeom prst="rect">
            <a:avLst/>
          </a:prstGeom>
          <a:noFill/>
          <a:ln/>
        </p:spPr>
        <p:txBody>
          <a:bodyPr wrap="square" lIns="0" tIns="0" rIns="0" bIns="0" rtlCol="0" anchor="ctr"/>
          <a:lstStyle/>
          <a:p>
            <a:pPr indent="0" marL="0">
              <a:buNone/>
            </a:pPr>
            <a:r>
              <a:rPr sz="1100" lang="en-US" b="1" spc="300" kern="0" dirty="0">
                <a:solidFill>
                  <a:srgbClr val="FFFFFF"/>
                </a:solidFill>
                <a:latin typeface="Arial" pitchFamily="34" charset="0"/>
                <a:ea typeface="Arial" pitchFamily="34" charset="-122"/>
                <a:cs typeface="Arial" pitchFamily="34" charset="-120"/>
              </a:rPr>
              <a:t>BACKGROUND</a:t>
            </a:r>
            <a:endParaRPr sz="1100" lang="en-US" dirty="0"/>
          </a:p>
        </p:txBody>
      </p:sp>
      <p:sp>
        <p:nvSpPr>
          <p:cNvPr id="3" name="Text 1"/>
          <p:cNvSpPr/>
          <p:nvPr/>
        </p:nvSpPr>
        <p:spPr>
          <a:xfrm>
            <a:off x="457200" y="297180"/>
            <a:ext cx="8412480" cy="566928"/>
          </a:xfrm>
          <a:prstGeom prst="rect">
            <a:avLst/>
          </a:prstGeom>
          <a:noFill/>
          <a:ln/>
        </p:spPr>
        <p:txBody>
          <a:bodyPr wrap="square" lIns="0" tIns="0" rIns="0" bIns="0" rtlCol="0" anchor="ctr"/>
          <a:lstStyle/>
          <a:p>
            <a:pPr indent="0" marL="0">
              <a:buNone/>
            </a:pPr>
            <a:r>
              <a:rPr sz="2400" lang="en-US" b="1" dirty="0">
                <a:solidFill>
                  <a:srgbClr val="FFFFFF"/>
                </a:solidFill>
                <a:latin typeface="Arial" pitchFamily="34" charset="0"/>
                <a:ea typeface="Arial" pitchFamily="34" charset="-122"/>
                <a:cs typeface="Arial" pitchFamily="34" charset="-120"/>
              </a:rPr>
              <a:t>History and Purpose of CDISC ARS and ARD</a:t>
            </a:r>
            <a:endParaRPr sz="2400" lang="en-US" dirty="0"/>
          </a:p>
        </p:txBody>
      </p:sp>
      <p:sp>
        <p:nvSpPr>
          <p:cNvPr id="4" name="Shape 2"/>
          <p:cNvSpPr/>
          <p:nvPr/>
        </p:nvSpPr>
        <p:spPr>
          <a:xfrm>
            <a:off x="640080" y="1874520"/>
            <a:ext cx="7863840" cy="0"/>
          </a:xfrm>
          <a:prstGeom prst="line">
            <a:avLst/>
          </a:prstGeom>
          <a:noFill/>
          <a:ln w="38100">
            <a:solidFill>
              <a:srgbClr val="D9DAD6"/>
            </a:solidFill>
            <a:prstDash val="solid"/>
          </a:ln>
        </p:spPr>
      </p:sp>
      <p:sp>
        <p:nvSpPr>
          <p:cNvPr id="5" name="Shape 3"/>
          <p:cNvSpPr/>
          <p:nvPr/>
        </p:nvSpPr>
        <p:spPr>
          <a:xfrm>
            <a:off x="1344168" y="1792224"/>
            <a:ext cx="164592" cy="164592"/>
          </a:xfrm>
          <a:prstGeom prst="ellipse">
            <a:avLst/>
          </a:prstGeom>
          <a:solidFill>
            <a:srgbClr val="6A696D"/>
          </a:solidFill>
          <a:ln w="25400">
            <a:solidFill>
              <a:srgbClr val="FFFFFF"/>
            </a:solidFill>
            <a:prstDash val="solid"/>
          </a:ln>
        </p:spPr>
      </p:sp>
      <p:sp>
        <p:nvSpPr>
          <p:cNvPr id="6" name="Text 4"/>
          <p:cNvSpPr/>
          <p:nvPr/>
        </p:nvSpPr>
        <p:spPr>
          <a:xfrm>
            <a:off x="685800" y="1371600"/>
            <a:ext cx="1481328" cy="274320"/>
          </a:xfrm>
          <a:prstGeom prst="rect">
            <a:avLst/>
          </a:prstGeom>
          <a:noFill/>
          <a:ln/>
        </p:spPr>
        <p:txBody>
          <a:bodyPr wrap="square" lIns="0" tIns="0" rIns="0" bIns="0" rtlCol="0" anchor="ctr"/>
          <a:lstStyle/>
          <a:p>
            <a:pPr algn="ctr" indent="0" marL="0">
              <a:buNone/>
            </a:pPr>
            <a:r>
              <a:rPr lang="en-US" sz="1150" b="1" dirty="0">
                <a:solidFill>
                  <a:srgbClr val="6A696D"/>
                </a:solidFill>
                <a:latin typeface="Arial" pitchFamily="34" charset="0"/>
                <a:ea typeface="Arial" pitchFamily="34" charset="-122"/>
                <a:cs typeface="Arial" pitchFamily="34" charset="-120"/>
              </a:rPr>
              <a:t>2012–2018</a:t>
            </a:r>
            <a:endParaRPr lang="en-US" sz="1150" dirty="0"/>
          </a:p>
        </p:txBody>
      </p:sp>
      <p:sp>
        <p:nvSpPr>
          <p:cNvPr id="7" name="Text 5"/>
          <p:cNvSpPr/>
          <p:nvPr/>
        </p:nvSpPr>
        <p:spPr>
          <a:xfrm>
            <a:off x="685800" y="2039112"/>
            <a:ext cx="1481328" cy="274320"/>
          </a:xfrm>
          <a:prstGeom prst="rect">
            <a:avLst/>
          </a:prstGeom>
          <a:noFill/>
          <a:ln/>
        </p:spPr>
        <p:txBody>
          <a:bodyPr wrap="square" lIns="0" tIns="0" rIns="0" bIns="0" rtlCol="0" anchor="ctr"/>
          <a:lstStyle/>
          <a:p>
            <a:pPr algn="ctr" indent="0" marL="0">
              <a:buNone/>
            </a:pPr>
            <a:r>
              <a:rPr lang="en-US" sz="1250" b="1" dirty="0">
                <a:solidFill>
                  <a:srgbClr val="004750"/>
                </a:solidFill>
                <a:latin typeface="Arial" pitchFamily="34" charset="0"/>
                <a:ea typeface="Arial" pitchFamily="34" charset="-122"/>
                <a:cs typeface="Arial" pitchFamily="34" charset="-120"/>
              </a:rPr>
              <a:t>ARM v1.0</a:t>
            </a:r>
            <a:endParaRPr lang="en-US" sz="1250" dirty="0"/>
          </a:p>
        </p:txBody>
      </p:sp>
      <p:sp>
        <p:nvSpPr>
          <p:cNvPr id="8" name="Text 6"/>
          <p:cNvSpPr/>
          <p:nvPr/>
        </p:nvSpPr>
        <p:spPr>
          <a:xfrm>
            <a:off x="713232" y="2313432"/>
            <a:ext cx="1426464" cy="777240"/>
          </a:xfrm>
          <a:prstGeom prst="rect">
            <a:avLst/>
          </a:prstGeom>
          <a:noFill/>
          <a:ln/>
        </p:spPr>
        <p:txBody>
          <a:bodyPr wrap="square" lIns="0" tIns="0" rIns="0" bIns="0" rtlCol="0" anchor="ctr"/>
          <a:lstStyle/>
          <a:p>
            <a:pPr algn="ctr" indent="0" marL="0">
              <a:buNone/>
            </a:pPr>
            <a:r>
              <a:rPr lang="en-US" sz="950" dirty="0">
                <a:solidFill>
                  <a:srgbClr val="6A696D"/>
                </a:solidFill>
                <a:latin typeface="Arial" pitchFamily="34" charset="0"/>
                <a:ea typeface="Arial" pitchFamily="34" charset="-122"/>
                <a:cs typeface="Arial" pitchFamily="34" charset="-120"/>
              </a:rPr>
              <a:t>Metadata about displays; no results model, uneven adoption</a:t>
            </a:r>
            <a:endParaRPr lang="en-US" sz="950" dirty="0"/>
          </a:p>
        </p:txBody>
      </p:sp>
      <p:sp>
        <p:nvSpPr>
          <p:cNvPr id="9" name="Shape 7"/>
          <p:cNvSpPr/>
          <p:nvPr/>
        </p:nvSpPr>
        <p:spPr>
          <a:xfrm>
            <a:off x="2916936" y="1792224"/>
            <a:ext cx="164592" cy="164592"/>
          </a:xfrm>
          <a:prstGeom prst="ellipse">
            <a:avLst/>
          </a:prstGeom>
          <a:solidFill>
            <a:srgbClr val="6A696D"/>
          </a:solidFill>
          <a:ln w="25400">
            <a:solidFill>
              <a:srgbClr val="FFFFFF"/>
            </a:solidFill>
            <a:prstDash val="solid"/>
          </a:ln>
        </p:spPr>
      </p:sp>
      <p:sp>
        <p:nvSpPr>
          <p:cNvPr id="10" name="Text 8"/>
          <p:cNvSpPr/>
          <p:nvPr/>
        </p:nvSpPr>
        <p:spPr>
          <a:xfrm>
            <a:off x="2258568" y="1371600"/>
            <a:ext cx="1481328" cy="274320"/>
          </a:xfrm>
          <a:prstGeom prst="rect">
            <a:avLst/>
          </a:prstGeom>
          <a:noFill/>
          <a:ln/>
        </p:spPr>
        <p:txBody>
          <a:bodyPr wrap="square" lIns="0" tIns="0" rIns="0" bIns="0" rtlCol="0" anchor="ctr"/>
          <a:lstStyle/>
          <a:p>
            <a:pPr algn="ctr" indent="0" marL="0">
              <a:buNone/>
            </a:pPr>
            <a:r>
              <a:rPr lang="en-US" sz="1150" b="1" dirty="0">
                <a:solidFill>
                  <a:srgbClr val="6A696D"/>
                </a:solidFill>
                <a:latin typeface="Arial" pitchFamily="34" charset="0"/>
                <a:ea typeface="Arial" pitchFamily="34" charset="-122"/>
                <a:cs typeface="Arial" pitchFamily="34" charset="-120"/>
              </a:rPr>
              <a:t>2010s</a:t>
            </a:r>
            <a:endParaRPr lang="en-US" sz="1150" dirty="0"/>
          </a:p>
        </p:txBody>
      </p:sp>
      <p:sp>
        <p:nvSpPr>
          <p:cNvPr id="11" name="Text 9"/>
          <p:cNvSpPr/>
          <p:nvPr/>
        </p:nvSpPr>
        <p:spPr>
          <a:xfrm>
            <a:off x="2258568" y="2039112"/>
            <a:ext cx="1481328" cy="274320"/>
          </a:xfrm>
          <a:prstGeom prst="rect">
            <a:avLst/>
          </a:prstGeom>
          <a:noFill/>
          <a:ln/>
        </p:spPr>
        <p:txBody>
          <a:bodyPr wrap="square" lIns="0" tIns="0" rIns="0" bIns="0" rtlCol="0" anchor="ctr"/>
          <a:lstStyle/>
          <a:p>
            <a:pPr algn="ctr" indent="0" marL="0">
              <a:buNone/>
            </a:pPr>
            <a:r>
              <a:rPr lang="en-US" sz="1250" b="1" dirty="0">
                <a:solidFill>
                  <a:srgbClr val="004750"/>
                </a:solidFill>
                <a:latin typeface="Arial" pitchFamily="34" charset="0"/>
                <a:ea typeface="Arial" pitchFamily="34" charset="-122"/>
                <a:cs typeface="Arial" pitchFamily="34" charset="-120"/>
              </a:rPr>
              <a:t>Define-XML 2.x</a:t>
            </a:r>
            <a:endParaRPr lang="en-US" sz="1250" dirty="0"/>
          </a:p>
        </p:txBody>
      </p:sp>
      <p:sp>
        <p:nvSpPr>
          <p:cNvPr id="12" name="Text 10"/>
          <p:cNvSpPr/>
          <p:nvPr/>
        </p:nvSpPr>
        <p:spPr>
          <a:xfrm>
            <a:off x="2286000" y="2313432"/>
            <a:ext cx="1426464" cy="777240"/>
          </a:xfrm>
          <a:prstGeom prst="rect">
            <a:avLst/>
          </a:prstGeom>
          <a:noFill/>
          <a:ln/>
        </p:spPr>
        <p:txBody>
          <a:bodyPr wrap="square" lIns="0" tIns="0" rIns="0" bIns="0" rtlCol="0" anchor="ctr"/>
          <a:lstStyle/>
          <a:p>
            <a:pPr algn="ctr" indent="0" marL="0">
              <a:buNone/>
            </a:pPr>
            <a:r>
              <a:rPr lang="en-US" sz="950" dirty="0">
                <a:solidFill>
                  <a:srgbClr val="6A696D"/>
                </a:solidFill>
                <a:latin typeface="Arial" pitchFamily="34" charset="0"/>
                <a:ea typeface="Arial" pitchFamily="34" charset="-122"/>
                <a:cs typeface="Arial" pitchFamily="34" charset="-120"/>
              </a:rPr>
              <a:t>Describes input datasets and variables — not analysis results</a:t>
            </a:r>
            <a:endParaRPr lang="en-US" sz="950" dirty="0"/>
          </a:p>
        </p:txBody>
      </p:sp>
      <p:sp>
        <p:nvSpPr>
          <p:cNvPr id="13" name="Shape 11"/>
          <p:cNvSpPr/>
          <p:nvPr/>
        </p:nvSpPr>
        <p:spPr>
          <a:xfrm>
            <a:off x="4489704" y="1792224"/>
            <a:ext cx="164592" cy="164592"/>
          </a:xfrm>
          <a:prstGeom prst="ellipse">
            <a:avLst/>
          </a:prstGeom>
          <a:solidFill>
            <a:srgbClr val="128474"/>
          </a:solidFill>
          <a:ln w="25400">
            <a:solidFill>
              <a:srgbClr val="FFFFFF"/>
            </a:solidFill>
            <a:prstDash val="solid"/>
          </a:ln>
        </p:spPr>
      </p:sp>
      <p:sp>
        <p:nvSpPr>
          <p:cNvPr id="14" name="Text 12"/>
          <p:cNvSpPr/>
          <p:nvPr/>
        </p:nvSpPr>
        <p:spPr>
          <a:xfrm>
            <a:off x="3831336" y="1371600"/>
            <a:ext cx="1481328" cy="274320"/>
          </a:xfrm>
          <a:prstGeom prst="rect">
            <a:avLst/>
          </a:prstGeom>
          <a:noFill/>
          <a:ln/>
        </p:spPr>
        <p:txBody>
          <a:bodyPr wrap="square" lIns="0" tIns="0" rIns="0" bIns="0" rtlCol="0" anchor="ctr"/>
          <a:lstStyle/>
          <a:p>
            <a:pPr algn="ctr" indent="0" marL="0">
              <a:buNone/>
            </a:pPr>
            <a:r>
              <a:rPr lang="en-US" sz="1150" b="1" dirty="0">
                <a:solidFill>
                  <a:srgbClr val="128474"/>
                </a:solidFill>
                <a:latin typeface="Arial" pitchFamily="34" charset="0"/>
                <a:ea typeface="Arial" pitchFamily="34" charset="-122"/>
                <a:cs typeface="Arial" pitchFamily="34" charset="-120"/>
              </a:rPr>
              <a:t>Apr 2024</a:t>
            </a:r>
            <a:endParaRPr lang="en-US" sz="1150" dirty="0"/>
          </a:p>
        </p:txBody>
      </p:sp>
      <p:sp>
        <p:nvSpPr>
          <p:cNvPr id="15" name="Text 13"/>
          <p:cNvSpPr/>
          <p:nvPr/>
        </p:nvSpPr>
        <p:spPr>
          <a:xfrm>
            <a:off x="3831336" y="2039112"/>
            <a:ext cx="1481328" cy="274320"/>
          </a:xfrm>
          <a:prstGeom prst="rect">
            <a:avLst/>
          </a:prstGeom>
          <a:noFill/>
          <a:ln/>
        </p:spPr>
        <p:txBody>
          <a:bodyPr wrap="square" lIns="0" tIns="0" rIns="0" bIns="0" rtlCol="0" anchor="ctr"/>
          <a:lstStyle/>
          <a:p>
            <a:pPr algn="ctr" indent="0" marL="0">
              <a:buNone/>
            </a:pPr>
            <a:r>
              <a:rPr lang="en-US" sz="1250" b="1" dirty="0">
                <a:solidFill>
                  <a:srgbClr val="004750"/>
                </a:solidFill>
                <a:latin typeface="Arial" pitchFamily="34" charset="0"/>
                <a:ea typeface="Arial" pitchFamily="34" charset="-122"/>
                <a:cs typeface="Arial" pitchFamily="34" charset="-120"/>
              </a:rPr>
              <a:t>ARS v1.0</a:t>
            </a:r>
            <a:endParaRPr lang="en-US" sz="1250" dirty="0"/>
          </a:p>
        </p:txBody>
      </p:sp>
      <p:sp>
        <p:nvSpPr>
          <p:cNvPr id="16" name="Text 14"/>
          <p:cNvSpPr/>
          <p:nvPr/>
        </p:nvSpPr>
        <p:spPr>
          <a:xfrm>
            <a:off x="3858768" y="2313432"/>
            <a:ext cx="1426464" cy="777240"/>
          </a:xfrm>
          <a:prstGeom prst="rect">
            <a:avLst/>
          </a:prstGeom>
          <a:noFill/>
          <a:ln/>
        </p:spPr>
        <p:txBody>
          <a:bodyPr wrap="square" lIns="0" tIns="0" rIns="0" bIns="0" rtlCol="0" anchor="ctr"/>
          <a:lstStyle/>
          <a:p>
            <a:pPr algn="ctr" indent="0" marL="0">
              <a:buNone/>
            </a:pPr>
            <a:r>
              <a:rPr lang="en-US" sz="950" dirty="0">
                <a:solidFill>
                  <a:srgbClr val="6A696D"/>
                </a:solidFill>
                <a:latin typeface="Arial" pitchFamily="34" charset="0"/>
                <a:ea typeface="Arial" pitchFamily="34" charset="-122"/>
                <a:cs typeface="Arial" pitchFamily="34" charset="-120"/>
              </a:rPr>
              <a:t>Machine-readable model for analysis specs and results</a:t>
            </a:r>
            <a:endParaRPr lang="en-US" sz="950" dirty="0"/>
          </a:p>
        </p:txBody>
      </p:sp>
      <p:sp>
        <p:nvSpPr>
          <p:cNvPr id="17" name="Shape 15"/>
          <p:cNvSpPr/>
          <p:nvPr/>
        </p:nvSpPr>
        <p:spPr>
          <a:xfrm>
            <a:off x="6062472" y="1792224"/>
            <a:ext cx="164592" cy="164592"/>
          </a:xfrm>
          <a:prstGeom prst="ellipse">
            <a:avLst/>
          </a:prstGeom>
          <a:solidFill>
            <a:srgbClr val="1790D0"/>
          </a:solidFill>
          <a:ln w="25400">
            <a:solidFill>
              <a:srgbClr val="FFFFFF"/>
            </a:solidFill>
            <a:prstDash val="solid"/>
          </a:ln>
        </p:spPr>
      </p:sp>
      <p:sp>
        <p:nvSpPr>
          <p:cNvPr id="18" name="Text 16"/>
          <p:cNvSpPr/>
          <p:nvPr/>
        </p:nvSpPr>
        <p:spPr>
          <a:xfrm>
            <a:off x="5404104" y="1371600"/>
            <a:ext cx="1481328" cy="274320"/>
          </a:xfrm>
          <a:prstGeom prst="rect">
            <a:avLst/>
          </a:prstGeom>
          <a:noFill/>
          <a:ln/>
        </p:spPr>
        <p:txBody>
          <a:bodyPr wrap="square" lIns="0" tIns="0" rIns="0" bIns="0" rtlCol="0" anchor="ctr"/>
          <a:lstStyle/>
          <a:p>
            <a:pPr algn="ctr" indent="0" marL="0">
              <a:buNone/>
            </a:pPr>
            <a:r>
              <a:rPr lang="en-US" sz="1150" b="1" dirty="0">
                <a:solidFill>
                  <a:srgbClr val="1790D0"/>
                </a:solidFill>
                <a:latin typeface="Arial" pitchFamily="34" charset="0"/>
                <a:ea typeface="Arial" pitchFamily="34" charset="-122"/>
                <a:cs typeface="Arial" pitchFamily="34" charset="-120"/>
              </a:rPr>
              <a:t>Feb 2025</a:t>
            </a:r>
            <a:endParaRPr lang="en-US" sz="1150" dirty="0"/>
          </a:p>
        </p:txBody>
      </p:sp>
      <p:sp>
        <p:nvSpPr>
          <p:cNvPr id="19" name="Text 17"/>
          <p:cNvSpPr/>
          <p:nvPr/>
        </p:nvSpPr>
        <p:spPr>
          <a:xfrm>
            <a:off x="5404104" y="2039112"/>
            <a:ext cx="1481328" cy="274320"/>
          </a:xfrm>
          <a:prstGeom prst="rect">
            <a:avLst/>
          </a:prstGeom>
          <a:noFill/>
          <a:ln/>
        </p:spPr>
        <p:txBody>
          <a:bodyPr wrap="square" lIns="0" tIns="0" rIns="0" bIns="0" rtlCol="0" anchor="ctr"/>
          <a:lstStyle/>
          <a:p>
            <a:pPr algn="ctr" indent="0" marL="0">
              <a:buNone/>
            </a:pPr>
            <a:r>
              <a:rPr lang="en-US" sz="1250" b="1" dirty="0">
                <a:solidFill>
                  <a:srgbClr val="004750"/>
                </a:solidFill>
                <a:latin typeface="Arial" pitchFamily="34" charset="0"/>
                <a:ea typeface="Arial" pitchFamily="34" charset="-122"/>
                <a:cs typeface="Arial" pitchFamily="34" charset="-120"/>
              </a:rPr>
              <a:t>CDISC 360i</a:t>
            </a:r>
            <a:endParaRPr lang="en-US" sz="1250" dirty="0"/>
          </a:p>
        </p:txBody>
      </p:sp>
      <p:sp>
        <p:nvSpPr>
          <p:cNvPr id="20" name="Text 18"/>
          <p:cNvSpPr/>
          <p:nvPr/>
        </p:nvSpPr>
        <p:spPr>
          <a:xfrm>
            <a:off x="5431536" y="2313432"/>
            <a:ext cx="1426464" cy="777240"/>
          </a:xfrm>
          <a:prstGeom prst="rect">
            <a:avLst/>
          </a:prstGeom>
          <a:noFill/>
          <a:ln/>
        </p:spPr>
        <p:txBody>
          <a:bodyPr wrap="square" lIns="0" tIns="0" rIns="0" bIns="0" rtlCol="0" anchor="ctr"/>
          <a:lstStyle/>
          <a:p>
            <a:pPr algn="ctr" indent="0" marL="0">
              <a:buNone/>
            </a:pPr>
            <a:r>
              <a:rPr lang="en-US" sz="950" dirty="0">
                <a:solidFill>
                  <a:srgbClr val="6A696D"/>
                </a:solidFill>
                <a:latin typeface="Arial" pitchFamily="34" charset="0"/>
                <a:ea typeface="Arial" pitchFamily="34" charset="-122"/>
                <a:cs typeface="Arial" pitchFamily="34" charset="-120"/>
              </a:rPr>
              <a:t>“i” = implementation: standards-driven, end-to-end automation</a:t>
            </a:r>
            <a:endParaRPr lang="en-US" sz="950" dirty="0"/>
          </a:p>
        </p:txBody>
      </p:sp>
      <p:sp>
        <p:nvSpPr>
          <p:cNvPr id="21" name="Shape 19"/>
          <p:cNvSpPr/>
          <p:nvPr/>
        </p:nvSpPr>
        <p:spPr>
          <a:xfrm>
            <a:off x="7635240" y="1792224"/>
            <a:ext cx="164592" cy="164592"/>
          </a:xfrm>
          <a:prstGeom prst="ellipse">
            <a:avLst/>
          </a:prstGeom>
          <a:solidFill>
            <a:srgbClr val="128474"/>
          </a:solidFill>
          <a:ln w="25400">
            <a:solidFill>
              <a:srgbClr val="FFFFFF"/>
            </a:solidFill>
            <a:prstDash val="solid"/>
          </a:ln>
        </p:spPr>
      </p:sp>
      <p:sp>
        <p:nvSpPr>
          <p:cNvPr id="22" name="Text 20"/>
          <p:cNvSpPr/>
          <p:nvPr/>
        </p:nvSpPr>
        <p:spPr>
          <a:xfrm>
            <a:off x="6976872" y="1371600"/>
            <a:ext cx="1481328" cy="274320"/>
          </a:xfrm>
          <a:prstGeom prst="rect">
            <a:avLst/>
          </a:prstGeom>
          <a:noFill/>
          <a:ln/>
        </p:spPr>
        <p:txBody>
          <a:bodyPr wrap="square" lIns="0" tIns="0" rIns="0" bIns="0" rtlCol="0" anchor="ctr"/>
          <a:lstStyle/>
          <a:p>
            <a:pPr algn="ctr" indent="0" marL="0">
              <a:buNone/>
            </a:pPr>
            <a:r>
              <a:rPr lang="en-US" sz="1150" b="1" dirty="0">
                <a:solidFill>
                  <a:srgbClr val="128474"/>
                </a:solidFill>
                <a:latin typeface="Arial" pitchFamily="34" charset="0"/>
                <a:ea typeface="Arial" pitchFamily="34" charset="-122"/>
                <a:cs typeface="Arial" pitchFamily="34" charset="-120"/>
              </a:rPr>
              <a:t>Today</a:t>
            </a:r>
            <a:endParaRPr lang="en-US" sz="1150" dirty="0"/>
          </a:p>
        </p:txBody>
      </p:sp>
      <p:sp>
        <p:nvSpPr>
          <p:cNvPr id="23" name="Text 21"/>
          <p:cNvSpPr/>
          <p:nvPr/>
        </p:nvSpPr>
        <p:spPr>
          <a:xfrm>
            <a:off x="6976872" y="2039112"/>
            <a:ext cx="1481328" cy="274320"/>
          </a:xfrm>
          <a:prstGeom prst="rect">
            <a:avLst/>
          </a:prstGeom>
          <a:noFill/>
          <a:ln/>
        </p:spPr>
        <p:txBody>
          <a:bodyPr wrap="square" lIns="0" tIns="0" rIns="0" bIns="0" rtlCol="0" anchor="ctr"/>
          <a:lstStyle/>
          <a:p>
            <a:pPr algn="ctr" indent="0" marL="0">
              <a:buNone/>
            </a:pPr>
            <a:r>
              <a:rPr lang="en-US" sz="1250" b="1" dirty="0">
                <a:solidFill>
                  <a:srgbClr val="004750"/>
                </a:solidFill>
                <a:latin typeface="Arial" pitchFamily="34" charset="0"/>
                <a:ea typeface="Arial" pitchFamily="34" charset="-122"/>
                <a:cs typeface="Arial" pitchFamily="34" charset="-120"/>
              </a:rPr>
              <a:t>Pilots &amp; tooling</a:t>
            </a:r>
            <a:endParaRPr lang="en-US" sz="1250" dirty="0"/>
          </a:p>
        </p:txBody>
      </p:sp>
      <p:sp>
        <p:nvSpPr>
          <p:cNvPr id="24" name="Text 22"/>
          <p:cNvSpPr/>
          <p:nvPr/>
        </p:nvSpPr>
        <p:spPr>
          <a:xfrm>
            <a:off x="7004304" y="2313432"/>
            <a:ext cx="1426464" cy="777240"/>
          </a:xfrm>
          <a:prstGeom prst="rect">
            <a:avLst/>
          </a:prstGeom>
          <a:noFill/>
          <a:ln/>
        </p:spPr>
        <p:txBody>
          <a:bodyPr wrap="square" lIns="0" tIns="0" rIns="0" bIns="0" rtlCol="0" anchor="ctr"/>
          <a:lstStyle/>
          <a:p>
            <a:pPr algn="ctr" indent="0" marL="0">
              <a:buNone/>
            </a:pPr>
            <a:r>
              <a:rPr lang="en-US" sz="950" dirty="0">
                <a:solidFill>
                  <a:srgbClr val="6A696D"/>
                </a:solidFill>
                <a:latin typeface="Arial" pitchFamily="34" charset="0"/>
                <a:ea typeface="Arial" pitchFamily="34" charset="-122"/>
                <a:cs typeface="Arial" pitchFamily="34" charset="-120"/>
              </a:rPr>
              <a:t>R Consortium pilots, pharmaverse packages, FDA interest</a:t>
            </a:r>
            <a:endParaRPr lang="en-US" sz="950" dirty="0"/>
          </a:p>
        </p:txBody>
      </p:sp>
      <p:sp>
        <p:nvSpPr>
          <p:cNvPr id="25" name="Shape 23"/>
          <p:cNvSpPr/>
          <p:nvPr/>
        </p:nvSpPr>
        <p:spPr>
          <a:xfrm>
            <a:off x="457200" y="3246120"/>
            <a:ext cx="8229600" cy="1463040"/>
          </a:xfrm>
          <a:prstGeom prst="roundRect">
            <a:avLst>
              <a:gd name="adj" fmla="val 5625"/>
            </a:avLst>
          </a:prstGeom>
          <a:solidFill>
            <a:srgbClr val="E4F2F4"/>
          </a:solidFill>
          <a:ln/>
        </p:spPr>
      </p:sp>
      <p:sp>
        <p:nvSpPr>
          <p:cNvPr id="26" name="Text 24"/>
          <p:cNvSpPr/>
          <p:nvPr/>
        </p:nvSpPr>
        <p:spPr>
          <a:xfrm>
            <a:off x="777240" y="3401568"/>
            <a:ext cx="1828800" cy="256032"/>
          </a:xfrm>
          <a:prstGeom prst="rect">
            <a:avLst/>
          </a:prstGeom>
          <a:noFill/>
          <a:ln/>
        </p:spPr>
        <p:txBody>
          <a:bodyPr wrap="square" lIns="0" tIns="0" rIns="0" bIns="0" rtlCol="0" anchor="ctr"/>
          <a:lstStyle/>
          <a:p>
            <a:pPr indent="0" marL="0">
              <a:buNone/>
            </a:pPr>
            <a:r>
              <a:rPr lang="en-US" sz="1100" b="1" spc="300" kern="0" dirty="0">
                <a:solidFill>
                  <a:srgbClr val="128474"/>
                </a:solidFill>
                <a:latin typeface="Arial" pitchFamily="34" charset="0"/>
                <a:ea typeface="Arial" pitchFamily="34" charset="-122"/>
                <a:cs typeface="Arial" pitchFamily="34" charset="-120"/>
              </a:rPr>
              <a:t>PURPOSE</a:t>
            </a:r>
            <a:endParaRPr lang="en-US" sz="1100" dirty="0"/>
          </a:p>
        </p:txBody>
      </p:sp>
      <p:sp>
        <p:nvSpPr>
          <p:cNvPr id="27" name="Text 25"/>
          <p:cNvSpPr/>
          <p:nvPr/>
        </p:nvSpPr>
        <p:spPr>
          <a:xfrm>
            <a:off x="777240" y="3675888"/>
            <a:ext cx="7589520" cy="914400"/>
          </a:xfrm>
          <a:prstGeom prst="rect">
            <a:avLst/>
          </a:prstGeom>
          <a:noFill/>
          <a:ln/>
        </p:spPr>
        <p:txBody>
          <a:bodyPr wrap="square" lIns="0" tIns="0" rIns="0" bIns="0" rtlCol="0" anchor="ctr"/>
          <a:lstStyle/>
          <a:p>
            <a:pPr indent="0" marL="0">
              <a:buNone/>
            </a:pPr>
            <a:r>
              <a:rPr lang="en-US" sz="1350" b="1" dirty="0">
                <a:solidFill>
                  <a:srgbClr val="1790D0"/>
                </a:solidFill>
                <a:latin typeface="Arial" pitchFamily="34" charset="0"/>
                <a:ea typeface="Arial" pitchFamily="34" charset="-122"/>
                <a:cs typeface="Arial" pitchFamily="34" charset="-120"/>
              </a:rPr>
              <a:t>ARS</a:t>
            </a:r>
            <a:pPr indent="0" marL="0">
              <a:buNone/>
            </a:pPr>
            <a:r>
              <a:rPr lang="en-US" sz="1350" dirty="0">
                <a:solidFill>
                  <a:srgbClr val="575756"/>
                </a:solidFill>
                <a:latin typeface="Arial" pitchFamily="34" charset="0"/>
                <a:ea typeface="Arial" pitchFamily="34" charset="-122"/>
                <a:cs typeface="Arial" pitchFamily="34" charset="-120"/>
              </a:rPr>
              <a:t> standardizes how reporting specifications and analysis intent are represented — populations, methods, groupings, displays — as structured metadata.  </a:t>
            </a:r>
            <a:pPr indent="0" marL="0">
              <a:buNone/>
            </a:pPr>
            <a:r>
              <a:rPr lang="en-US" sz="1350" b="1" dirty="0">
                <a:solidFill>
                  <a:srgbClr val="128474"/>
                </a:solidFill>
                <a:latin typeface="Arial" pitchFamily="34" charset="0"/>
                <a:ea typeface="Arial" pitchFamily="34" charset="-122"/>
                <a:cs typeface="Arial" pitchFamily="34" charset="-120"/>
              </a:rPr>
              <a:t>ARD</a:t>
            </a:r>
            <a:pPr indent="0" marL="0">
              <a:buNone/>
            </a:pPr>
            <a:r>
              <a:rPr lang="en-US" sz="1350" dirty="0">
                <a:solidFill>
                  <a:srgbClr val="575756"/>
                </a:solidFill>
                <a:latin typeface="Arial" pitchFamily="34" charset="0"/>
                <a:ea typeface="Arial" pitchFamily="34" charset="-122"/>
                <a:cs typeface="Arial" pitchFamily="34" charset="-120"/>
              </a:rPr>
              <a:t> standardizes the analysis results themselves: one structured record per computed value, traceable to its specification.</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900" name="BrandBar"/>
          <p:cNvSpPr/>
          <p:nvPr/>
        </p:nvSpPr>
        <p:spPr>
          <a:xfrm>
            <a:off x="0" y="0"/>
            <a:ext cx="9144000" cy="777240"/>
          </a:xfrm>
          <a:prstGeom prst="rect">
            <a:avLst/>
          </a:prstGeom>
          <a:solidFill>
            <a:srgbClr val="128474"/>
          </a:solidFill>
          <a:ln>
            <a:noFill/>
          </a:ln>
        </p:spPr>
        <p:txBody>
          <a:bodyPr/>
          <a:lstStyle/>
          <a:p/>
        </p:txBody>
      </p:sp>
      <p:sp>
        <p:nvSpPr>
          <p:cNvPr id="901" name="BrandAccent"/>
          <p:cNvSpPr/>
          <p:nvPr/>
        </p:nvSpPr>
        <p:spPr>
          <a:xfrm>
            <a:off x="0" y="777240"/>
            <a:ext cx="9144000" cy="36576"/>
          </a:xfrm>
          <a:prstGeom prst="rect">
            <a:avLst/>
          </a:prstGeom>
          <a:solidFill>
            <a:srgbClr val="94D60A"/>
          </a:solidFill>
          <a:ln>
            <a:noFill/>
          </a:ln>
        </p:spPr>
        <p:txBody>
          <a:bodyPr/>
          <a:lstStyle/>
          <a:p/>
        </p:txBody>
      </p:sp>
      <p:sp>
        <p:nvSpPr>
          <p:cNvPr id="2" name="Text 0"/>
          <p:cNvSpPr/>
          <p:nvPr/>
        </p:nvSpPr>
        <p:spPr>
          <a:xfrm>
            <a:off x="457200" y="82296"/>
            <a:ext cx="8229600" cy="274320"/>
          </a:xfrm>
          <a:prstGeom prst="rect">
            <a:avLst/>
          </a:prstGeom>
          <a:noFill/>
          <a:ln/>
        </p:spPr>
        <p:txBody>
          <a:bodyPr wrap="square" lIns="0" tIns="0" rIns="0" bIns="0" rtlCol="0" anchor="ctr"/>
          <a:lstStyle/>
          <a:p>
            <a:pPr indent="0" marL="0">
              <a:buNone/>
            </a:pPr>
            <a:r>
              <a:rPr sz="1100" lang="en-US" b="1" spc="300" kern="0" dirty="0">
                <a:solidFill>
                  <a:srgbClr val="FFFFFF"/>
                </a:solidFill>
                <a:latin typeface="Arial" pitchFamily="34" charset="0"/>
                <a:ea typeface="Arial" pitchFamily="34" charset="-122"/>
                <a:cs typeface="Arial" pitchFamily="34" charset="-120"/>
              </a:rPr>
              <a:t>THE GAP</a:t>
            </a:r>
            <a:endParaRPr sz="1100" lang="en-US" dirty="0"/>
          </a:p>
        </p:txBody>
      </p:sp>
      <p:sp>
        <p:nvSpPr>
          <p:cNvPr id="3" name="Text 1"/>
          <p:cNvSpPr/>
          <p:nvPr/>
        </p:nvSpPr>
        <p:spPr>
          <a:xfrm>
            <a:off x="457200" y="297180"/>
            <a:ext cx="8412480" cy="566928"/>
          </a:xfrm>
          <a:prstGeom prst="rect">
            <a:avLst/>
          </a:prstGeom>
          <a:noFill/>
          <a:ln/>
        </p:spPr>
        <p:txBody>
          <a:bodyPr wrap="square" lIns="0" tIns="0" rIns="0" bIns="0" rtlCol="0" anchor="ctr"/>
          <a:lstStyle/>
          <a:p>
            <a:pPr indent="0" marL="0">
              <a:buNone/>
            </a:pPr>
            <a:r>
              <a:rPr sz="2400" lang="en-US" b="1" dirty="0">
                <a:solidFill>
                  <a:srgbClr val="FFFFFF"/>
                </a:solidFill>
                <a:latin typeface="Arial" pitchFamily="34" charset="0"/>
                <a:ea typeface="Arial" pitchFamily="34" charset="-122"/>
                <a:cs typeface="Arial" pitchFamily="34" charset="-120"/>
              </a:rPr>
              <a:t>Between Analysis Datasets and Final Outputs</a:t>
            </a:r>
            <a:endParaRPr sz="2400" lang="en-US" dirty="0"/>
          </a:p>
        </p:txBody>
      </p:sp>
      <p:sp>
        <p:nvSpPr>
          <p:cNvPr id="4" name="Text 2"/>
          <p:cNvSpPr/>
          <p:nvPr/>
        </p:nvSpPr>
        <p:spPr>
          <a:xfrm>
            <a:off x="457200" y="1234440"/>
            <a:ext cx="4572000" cy="256032"/>
          </a:xfrm>
          <a:prstGeom prst="rect">
            <a:avLst/>
          </a:prstGeom>
          <a:noFill/>
          <a:ln/>
        </p:spPr>
        <p:txBody>
          <a:bodyPr wrap="square" lIns="0" tIns="0" rIns="0" bIns="0" rtlCol="0" anchor="ctr"/>
          <a:lstStyle/>
          <a:p>
            <a:pPr indent="0" marL="0">
              <a:buNone/>
            </a:pPr>
            <a:r>
              <a:rPr lang="en-US" sz="1200" b="1" dirty="0">
                <a:solidFill>
                  <a:srgbClr val="632B86"/>
                </a:solidFill>
                <a:latin typeface="Arial" pitchFamily="34" charset="0"/>
                <a:ea typeface="Arial" pitchFamily="34" charset="-122"/>
                <a:cs typeface="Arial" pitchFamily="34" charset="-120"/>
              </a:rPr>
              <a:t>TODAY — disconnected artifacts</a:t>
            </a:r>
            <a:endParaRPr lang="en-US" sz="1200" dirty="0"/>
          </a:p>
        </p:txBody>
      </p:sp>
      <p:sp>
        <p:nvSpPr>
          <p:cNvPr id="5" name="Shape 3"/>
          <p:cNvSpPr/>
          <p:nvPr/>
        </p:nvSpPr>
        <p:spPr>
          <a:xfrm>
            <a:off x="457200" y="1554480"/>
            <a:ext cx="1143000" cy="731520"/>
          </a:xfrm>
          <a:prstGeom prst="roundRect">
            <a:avLst>
              <a:gd name="adj" fmla="val 8750"/>
            </a:avLst>
          </a:prstGeom>
          <a:solidFill>
            <a:srgbClr val="F2F3ED"/>
          </a:solidFill>
          <a:ln w="12700">
            <a:solidFill>
              <a:srgbClr val="D9DAD6"/>
            </a:solidFill>
            <a:prstDash val="solid"/>
          </a:ln>
        </p:spPr>
      </p:sp>
      <p:sp>
        <p:nvSpPr>
          <p:cNvPr id="6" name="Text 4"/>
          <p:cNvSpPr/>
          <p:nvPr/>
        </p:nvSpPr>
        <p:spPr>
          <a:xfrm>
            <a:off x="457200" y="1554480"/>
            <a:ext cx="1143000" cy="731520"/>
          </a:xfrm>
          <a:prstGeom prst="rect">
            <a:avLst/>
          </a:prstGeom>
          <a:noFill/>
          <a:ln/>
        </p:spPr>
        <p:txBody>
          <a:bodyPr wrap="square" lIns="0" tIns="0" rIns="0" bIns="0" rtlCol="0" anchor="ctr"/>
          <a:lstStyle/>
          <a:p>
            <a:pPr algn="ctr" indent="0" marL="0">
              <a:buNone/>
            </a:pPr>
            <a:r>
              <a:rPr lang="en-US" sz="1050" b="1" dirty="0">
                <a:solidFill>
                  <a:srgbClr val="575756"/>
                </a:solidFill>
                <a:latin typeface="Arial" pitchFamily="34" charset="0"/>
                <a:ea typeface="Arial" pitchFamily="34" charset="-122"/>
                <a:cs typeface="Arial" pitchFamily="34" charset="-120"/>
              </a:rPr>
              <a:t>ADaM</a:t>
            </a:r>
            <a:endParaRPr lang="en-US" sz="1050" dirty="0"/>
          </a:p>
          <a:p>
            <a:pPr algn="ctr" indent="0" marL="0">
              <a:buNone/>
            </a:pPr>
            <a:r>
              <a:rPr lang="en-US" sz="1050" b="1" dirty="0">
                <a:solidFill>
                  <a:srgbClr val="575756"/>
                </a:solidFill>
                <a:latin typeface="Arial" pitchFamily="34" charset="0"/>
                <a:ea typeface="Arial" pitchFamily="34" charset="-122"/>
                <a:cs typeface="Arial" pitchFamily="34" charset="-120"/>
              </a:rPr>
              <a:t>datasets</a:t>
            </a:r>
            <a:endParaRPr lang="en-US" sz="1050" dirty="0"/>
          </a:p>
        </p:txBody>
      </p:sp>
      <p:sp>
        <p:nvSpPr>
          <p:cNvPr id="7" name="Shape 5"/>
          <p:cNvSpPr/>
          <p:nvPr/>
        </p:nvSpPr>
        <p:spPr>
          <a:xfrm>
            <a:off x="1645920" y="1920240"/>
            <a:ext cx="365760" cy="0"/>
          </a:xfrm>
          <a:prstGeom prst="line">
            <a:avLst/>
          </a:prstGeom>
          <a:noFill/>
          <a:ln w="19050">
            <a:solidFill>
              <a:srgbClr val="6A696D"/>
            </a:solidFill>
            <a:prstDash val="dash"/>
            <a:tailEnd type="triangle"/>
          </a:ln>
        </p:spPr>
      </p:sp>
      <p:sp>
        <p:nvSpPr>
          <p:cNvPr id="8" name="Shape 6"/>
          <p:cNvSpPr/>
          <p:nvPr/>
        </p:nvSpPr>
        <p:spPr>
          <a:xfrm>
            <a:off x="2057400" y="1554480"/>
            <a:ext cx="1325880" cy="731520"/>
          </a:xfrm>
          <a:prstGeom prst="roundRect">
            <a:avLst>
              <a:gd name="adj" fmla="val 8750"/>
            </a:avLst>
          </a:prstGeom>
          <a:solidFill>
            <a:srgbClr val="ECE4F3"/>
          </a:solidFill>
          <a:ln w="12700">
            <a:solidFill>
              <a:srgbClr val="D9DAD6"/>
            </a:solidFill>
            <a:prstDash val="solid"/>
          </a:ln>
        </p:spPr>
      </p:sp>
      <p:sp>
        <p:nvSpPr>
          <p:cNvPr id="9" name="Text 7"/>
          <p:cNvSpPr/>
          <p:nvPr/>
        </p:nvSpPr>
        <p:spPr>
          <a:xfrm>
            <a:off x="2057400" y="1554480"/>
            <a:ext cx="1325880" cy="731520"/>
          </a:xfrm>
          <a:prstGeom prst="rect">
            <a:avLst/>
          </a:prstGeom>
          <a:noFill/>
          <a:ln/>
        </p:spPr>
        <p:txBody>
          <a:bodyPr wrap="square" lIns="0" tIns="0" rIns="0" bIns="0" rtlCol="0" anchor="ctr"/>
          <a:lstStyle/>
          <a:p>
            <a:pPr algn="ctr" indent="0" marL="0">
              <a:buNone/>
            </a:pPr>
            <a:r>
              <a:rPr lang="en-US" sz="1050" b="1" dirty="0">
                <a:solidFill>
                  <a:srgbClr val="632B86"/>
                </a:solidFill>
                <a:latin typeface="Arial" pitchFamily="34" charset="0"/>
                <a:ea typeface="Arial" pitchFamily="34" charset="-122"/>
                <a:cs typeface="Arial" pitchFamily="34" charset="-120"/>
              </a:rPr>
              <a:t>Word / Excel</a:t>
            </a:r>
            <a:endParaRPr lang="en-US" sz="1050" dirty="0"/>
          </a:p>
          <a:p>
            <a:pPr algn="ctr" indent="0" marL="0">
              <a:buNone/>
            </a:pPr>
            <a:r>
              <a:rPr lang="en-US" sz="1050" b="1" dirty="0">
                <a:solidFill>
                  <a:srgbClr val="632B86"/>
                </a:solidFill>
                <a:latin typeface="Arial" pitchFamily="34" charset="0"/>
                <a:ea typeface="Arial" pitchFamily="34" charset="-122"/>
                <a:cs typeface="Arial" pitchFamily="34" charset="-120"/>
              </a:rPr>
              <a:t>shells</a:t>
            </a:r>
            <a:endParaRPr lang="en-US" sz="1050" dirty="0"/>
          </a:p>
        </p:txBody>
      </p:sp>
      <p:sp>
        <p:nvSpPr>
          <p:cNvPr id="10" name="Shape 8"/>
          <p:cNvSpPr/>
          <p:nvPr/>
        </p:nvSpPr>
        <p:spPr>
          <a:xfrm>
            <a:off x="3429000" y="1920240"/>
            <a:ext cx="365760" cy="0"/>
          </a:xfrm>
          <a:prstGeom prst="line">
            <a:avLst/>
          </a:prstGeom>
          <a:noFill/>
          <a:ln w="19050">
            <a:solidFill>
              <a:srgbClr val="6A696D"/>
            </a:solidFill>
            <a:prstDash val="dash"/>
            <a:tailEnd type="triangle"/>
          </a:ln>
        </p:spPr>
      </p:sp>
      <p:sp>
        <p:nvSpPr>
          <p:cNvPr id="11" name="Shape 9"/>
          <p:cNvSpPr/>
          <p:nvPr/>
        </p:nvSpPr>
        <p:spPr>
          <a:xfrm>
            <a:off x="3840480" y="1554480"/>
            <a:ext cx="1325880" cy="731520"/>
          </a:xfrm>
          <a:prstGeom prst="roundRect">
            <a:avLst>
              <a:gd name="adj" fmla="val 8750"/>
            </a:avLst>
          </a:prstGeom>
          <a:solidFill>
            <a:srgbClr val="F2F3ED"/>
          </a:solidFill>
          <a:ln w="12700">
            <a:solidFill>
              <a:srgbClr val="D9DAD6"/>
            </a:solidFill>
            <a:prstDash val="solid"/>
          </a:ln>
        </p:spPr>
      </p:sp>
      <p:sp>
        <p:nvSpPr>
          <p:cNvPr id="12" name="Text 10"/>
          <p:cNvSpPr/>
          <p:nvPr/>
        </p:nvSpPr>
        <p:spPr>
          <a:xfrm>
            <a:off x="3840480" y="1554480"/>
            <a:ext cx="1325880" cy="731520"/>
          </a:xfrm>
          <a:prstGeom prst="rect">
            <a:avLst/>
          </a:prstGeom>
          <a:noFill/>
          <a:ln/>
        </p:spPr>
        <p:txBody>
          <a:bodyPr wrap="square" lIns="0" tIns="0" rIns="0" bIns="0" rtlCol="0" anchor="ctr"/>
          <a:lstStyle/>
          <a:p>
            <a:pPr algn="ctr" indent="0" marL="0">
              <a:buNone/>
            </a:pPr>
            <a:r>
              <a:rPr lang="en-US" sz="1050" b="1" dirty="0">
                <a:solidFill>
                  <a:srgbClr val="575756"/>
                </a:solidFill>
                <a:latin typeface="Arial" pitchFamily="34" charset="0"/>
                <a:ea typeface="Arial" pitchFamily="34" charset="-122"/>
                <a:cs typeface="Arial" pitchFamily="34" charset="-120"/>
              </a:rPr>
              <a:t>Manual</a:t>
            </a:r>
            <a:endParaRPr lang="en-US" sz="1050" dirty="0"/>
          </a:p>
          <a:p>
            <a:pPr algn="ctr" indent="0" marL="0">
              <a:buNone/>
            </a:pPr>
            <a:r>
              <a:rPr lang="en-US" sz="1050" b="1" dirty="0">
                <a:solidFill>
                  <a:srgbClr val="575756"/>
                </a:solidFill>
                <a:latin typeface="Arial" pitchFamily="34" charset="0"/>
                <a:ea typeface="Arial" pitchFamily="34" charset="-122"/>
                <a:cs typeface="Arial" pitchFamily="34" charset="-120"/>
              </a:rPr>
              <a:t>programming</a:t>
            </a:r>
            <a:endParaRPr lang="en-US" sz="1050" dirty="0"/>
          </a:p>
        </p:txBody>
      </p:sp>
      <p:sp>
        <p:nvSpPr>
          <p:cNvPr id="13" name="Shape 11"/>
          <p:cNvSpPr/>
          <p:nvPr/>
        </p:nvSpPr>
        <p:spPr>
          <a:xfrm>
            <a:off x="5212080" y="1920240"/>
            <a:ext cx="365760" cy="0"/>
          </a:xfrm>
          <a:prstGeom prst="line">
            <a:avLst/>
          </a:prstGeom>
          <a:noFill/>
          <a:ln w="19050">
            <a:solidFill>
              <a:srgbClr val="6A696D"/>
            </a:solidFill>
            <a:prstDash val="dash"/>
            <a:tailEnd type="triangle"/>
          </a:ln>
        </p:spPr>
      </p:sp>
      <p:sp>
        <p:nvSpPr>
          <p:cNvPr id="14" name="Shape 12"/>
          <p:cNvSpPr/>
          <p:nvPr/>
        </p:nvSpPr>
        <p:spPr>
          <a:xfrm>
            <a:off x="5623560" y="1554480"/>
            <a:ext cx="1371600" cy="731520"/>
          </a:xfrm>
          <a:prstGeom prst="roundRect">
            <a:avLst>
              <a:gd name="adj" fmla="val 8750"/>
            </a:avLst>
          </a:prstGeom>
          <a:solidFill>
            <a:srgbClr val="F2F3ED"/>
          </a:solidFill>
          <a:ln w="12700">
            <a:solidFill>
              <a:srgbClr val="D9DAD6"/>
            </a:solidFill>
            <a:prstDash val="solid"/>
          </a:ln>
        </p:spPr>
      </p:sp>
      <p:sp>
        <p:nvSpPr>
          <p:cNvPr id="15" name="Text 13"/>
          <p:cNvSpPr/>
          <p:nvPr/>
        </p:nvSpPr>
        <p:spPr>
          <a:xfrm>
            <a:off x="5623560" y="1554480"/>
            <a:ext cx="1371600" cy="731520"/>
          </a:xfrm>
          <a:prstGeom prst="rect">
            <a:avLst/>
          </a:prstGeom>
          <a:noFill/>
          <a:ln/>
        </p:spPr>
        <p:txBody>
          <a:bodyPr wrap="square" lIns="0" tIns="0" rIns="0" bIns="0" rtlCol="0" anchor="ctr"/>
          <a:lstStyle/>
          <a:p>
            <a:pPr algn="ctr" indent="0" marL="0">
              <a:buNone/>
            </a:pPr>
            <a:r>
              <a:rPr lang="en-US" sz="1050" b="1" dirty="0">
                <a:solidFill>
                  <a:srgbClr val="575756"/>
                </a:solidFill>
                <a:latin typeface="Arial" pitchFamily="34" charset="0"/>
                <a:ea typeface="Arial" pitchFamily="34" charset="-122"/>
                <a:cs typeface="Arial" pitchFamily="34" charset="-120"/>
              </a:rPr>
              <a:t>Output-specific</a:t>
            </a:r>
            <a:endParaRPr lang="en-US" sz="1050" dirty="0"/>
          </a:p>
          <a:p>
            <a:pPr algn="ctr" indent="0" marL="0">
              <a:buNone/>
            </a:pPr>
            <a:r>
              <a:rPr lang="en-US" sz="1050" b="1" dirty="0">
                <a:solidFill>
                  <a:srgbClr val="575756"/>
                </a:solidFill>
                <a:latin typeface="Arial" pitchFamily="34" charset="0"/>
                <a:ea typeface="Arial" pitchFamily="34" charset="-122"/>
                <a:cs typeface="Arial" pitchFamily="34" charset="-120"/>
              </a:rPr>
              <a:t>code</a:t>
            </a:r>
            <a:endParaRPr lang="en-US" sz="1050" dirty="0"/>
          </a:p>
        </p:txBody>
      </p:sp>
      <p:sp>
        <p:nvSpPr>
          <p:cNvPr id="16" name="Shape 14"/>
          <p:cNvSpPr/>
          <p:nvPr/>
        </p:nvSpPr>
        <p:spPr>
          <a:xfrm>
            <a:off x="7040880" y="1920240"/>
            <a:ext cx="365760" cy="0"/>
          </a:xfrm>
          <a:prstGeom prst="line">
            <a:avLst/>
          </a:prstGeom>
          <a:noFill/>
          <a:ln w="19050">
            <a:solidFill>
              <a:srgbClr val="6A696D"/>
            </a:solidFill>
            <a:prstDash val="dash"/>
            <a:tailEnd type="triangle"/>
          </a:ln>
        </p:spPr>
      </p:sp>
      <p:sp>
        <p:nvSpPr>
          <p:cNvPr id="17" name="Shape 15"/>
          <p:cNvSpPr/>
          <p:nvPr/>
        </p:nvSpPr>
        <p:spPr>
          <a:xfrm>
            <a:off x="7452360" y="1554480"/>
            <a:ext cx="1143000" cy="731520"/>
          </a:xfrm>
          <a:prstGeom prst="roundRect">
            <a:avLst>
              <a:gd name="adj" fmla="val 8750"/>
            </a:avLst>
          </a:prstGeom>
          <a:solidFill>
            <a:srgbClr val="F2F3ED"/>
          </a:solidFill>
          <a:ln w="12700">
            <a:solidFill>
              <a:srgbClr val="D9DAD6"/>
            </a:solidFill>
            <a:prstDash val="solid"/>
          </a:ln>
        </p:spPr>
      </p:sp>
      <p:sp>
        <p:nvSpPr>
          <p:cNvPr id="18" name="Text 16"/>
          <p:cNvSpPr/>
          <p:nvPr/>
        </p:nvSpPr>
        <p:spPr>
          <a:xfrm>
            <a:off x="7452360" y="1554480"/>
            <a:ext cx="1143000" cy="731520"/>
          </a:xfrm>
          <a:prstGeom prst="rect">
            <a:avLst/>
          </a:prstGeom>
          <a:noFill/>
          <a:ln/>
        </p:spPr>
        <p:txBody>
          <a:bodyPr wrap="square" lIns="0" tIns="0" rIns="0" bIns="0" rtlCol="0" anchor="ctr"/>
          <a:lstStyle/>
          <a:p>
            <a:pPr algn="ctr" indent="0" marL="0">
              <a:buNone/>
            </a:pPr>
            <a:r>
              <a:rPr lang="en-US" sz="1050" b="1" dirty="0">
                <a:solidFill>
                  <a:srgbClr val="575756"/>
                </a:solidFill>
                <a:latin typeface="Arial" pitchFamily="34" charset="0"/>
                <a:ea typeface="Arial" pitchFamily="34" charset="-122"/>
                <a:cs typeface="Arial" pitchFamily="34" charset="-120"/>
              </a:rPr>
              <a:t>RTF / PDF</a:t>
            </a:r>
            <a:endParaRPr lang="en-US" sz="1050" dirty="0"/>
          </a:p>
          <a:p>
            <a:pPr algn="ctr" indent="0" marL="0">
              <a:buNone/>
            </a:pPr>
            <a:r>
              <a:rPr lang="en-US" sz="1050" b="1" dirty="0">
                <a:solidFill>
                  <a:srgbClr val="575756"/>
                </a:solidFill>
                <a:latin typeface="Arial" pitchFamily="34" charset="0"/>
                <a:ea typeface="Arial" pitchFamily="34" charset="-122"/>
                <a:cs typeface="Arial" pitchFamily="34" charset="-120"/>
              </a:rPr>
              <a:t>TLFs</a:t>
            </a:r>
            <a:endParaRPr lang="en-US" sz="1050" dirty="0"/>
          </a:p>
        </p:txBody>
      </p:sp>
      <p:sp>
        <p:nvSpPr>
          <p:cNvPr id="19" name="Text 17"/>
          <p:cNvSpPr/>
          <p:nvPr/>
        </p:nvSpPr>
        <p:spPr>
          <a:xfrm>
            <a:off x="457200" y="2359152"/>
            <a:ext cx="8229600" cy="256032"/>
          </a:xfrm>
          <a:prstGeom prst="rect">
            <a:avLst/>
          </a:prstGeom>
          <a:noFill/>
          <a:ln/>
        </p:spPr>
        <p:txBody>
          <a:bodyPr wrap="square" lIns="0" tIns="0" rIns="0" bIns="0" rtlCol="0" anchor="ctr"/>
          <a:lstStyle/>
          <a:p>
            <a:pPr indent="0" marL="0">
              <a:buNone/>
            </a:pPr>
            <a:r>
              <a:rPr lang="en-US" sz="1050" i="1" dirty="0">
                <a:solidFill>
                  <a:srgbClr val="6A696D"/>
                </a:solidFill>
                <a:latin typeface="Arial" pitchFamily="34" charset="0"/>
                <a:ea typeface="Arial" pitchFamily="34" charset="-122"/>
                <a:cs typeface="Arial" pitchFamily="34" charset="-120"/>
              </a:rPr>
              <a:t>dashed = human interpretation at every hand-off — intent is re-read, re-typed, re-coded</a:t>
            </a:r>
            <a:endParaRPr lang="en-US" sz="1050" dirty="0"/>
          </a:p>
        </p:txBody>
      </p:sp>
      <p:sp>
        <p:nvSpPr>
          <p:cNvPr id="20" name="Text 18"/>
          <p:cNvSpPr/>
          <p:nvPr/>
        </p:nvSpPr>
        <p:spPr>
          <a:xfrm>
            <a:off x="457200" y="2880360"/>
            <a:ext cx="5486400" cy="256032"/>
          </a:xfrm>
          <a:prstGeom prst="rect">
            <a:avLst/>
          </a:prstGeom>
          <a:noFill/>
          <a:ln/>
        </p:spPr>
        <p:txBody>
          <a:bodyPr wrap="square" lIns="0" tIns="0" rIns="0" bIns="0" rtlCol="0" anchor="ctr"/>
          <a:lstStyle/>
          <a:p>
            <a:pPr indent="0" marL="0">
              <a:buNone/>
            </a:pPr>
            <a:r>
              <a:rPr lang="en-US" sz="1200" b="1" dirty="0">
                <a:solidFill>
                  <a:srgbClr val="128474"/>
                </a:solidFill>
                <a:latin typeface="Arial" pitchFamily="34" charset="0"/>
                <a:ea typeface="Arial" pitchFamily="34" charset="-122"/>
                <a:cs typeface="Arial" pitchFamily="34" charset="-120"/>
              </a:rPr>
              <a:t>WITH ARS / ARD — one structured, machine-readable chain</a:t>
            </a:r>
            <a:endParaRPr lang="en-US" sz="1200" dirty="0"/>
          </a:p>
        </p:txBody>
      </p:sp>
      <p:sp>
        <p:nvSpPr>
          <p:cNvPr id="21" name="Shape 19"/>
          <p:cNvSpPr/>
          <p:nvPr/>
        </p:nvSpPr>
        <p:spPr>
          <a:xfrm>
            <a:off x="457200" y="3200400"/>
            <a:ext cx="1143000" cy="731520"/>
          </a:xfrm>
          <a:prstGeom prst="roundRect">
            <a:avLst>
              <a:gd name="adj" fmla="val 8750"/>
            </a:avLst>
          </a:prstGeom>
          <a:solidFill>
            <a:srgbClr val="F2F3ED"/>
          </a:solidFill>
          <a:ln/>
          <a:effectLst>
            <a:outerShdw sx="100000" sy="100000" kx="0" ky="0" algn="bl" rotWithShape="0" blurRad="88900" dist="25400" dir="2700000">
              <a:srgbClr val="000000">
                <a:alpha val="14000"/>
              </a:srgbClr>
            </a:outerShdw>
          </a:effectLst>
        </p:spPr>
      </p:sp>
      <p:sp>
        <p:nvSpPr>
          <p:cNvPr id="22" name="Text 20"/>
          <p:cNvSpPr/>
          <p:nvPr/>
        </p:nvSpPr>
        <p:spPr>
          <a:xfrm>
            <a:off x="457200" y="3200400"/>
            <a:ext cx="1143000" cy="731520"/>
          </a:xfrm>
          <a:prstGeom prst="rect">
            <a:avLst/>
          </a:prstGeom>
          <a:noFill/>
          <a:ln/>
        </p:spPr>
        <p:txBody>
          <a:bodyPr wrap="square" lIns="0" tIns="0" rIns="0" bIns="0" rtlCol="0" anchor="ctr"/>
          <a:lstStyle/>
          <a:p>
            <a:pPr algn="ctr" indent="0" marL="0">
              <a:buNone/>
            </a:pPr>
            <a:r>
              <a:rPr lang="en-US" sz="1050" b="1" dirty="0">
                <a:solidFill>
                  <a:srgbClr val="575756"/>
                </a:solidFill>
                <a:latin typeface="Arial" pitchFamily="34" charset="0"/>
                <a:ea typeface="Arial" pitchFamily="34" charset="-122"/>
                <a:cs typeface="Arial" pitchFamily="34" charset="-120"/>
              </a:rPr>
              <a:t>ADaM</a:t>
            </a:r>
            <a:endParaRPr lang="en-US" sz="1050" dirty="0"/>
          </a:p>
          <a:p>
            <a:pPr algn="ctr" indent="0" marL="0">
              <a:buNone/>
            </a:pPr>
            <a:r>
              <a:rPr lang="en-US" sz="1050" b="1" dirty="0">
                <a:solidFill>
                  <a:srgbClr val="575756"/>
                </a:solidFill>
                <a:latin typeface="Arial" pitchFamily="34" charset="0"/>
                <a:ea typeface="Arial" pitchFamily="34" charset="-122"/>
                <a:cs typeface="Arial" pitchFamily="34" charset="-120"/>
              </a:rPr>
              <a:t>datasets</a:t>
            </a:r>
            <a:endParaRPr lang="en-US" sz="1050" dirty="0"/>
          </a:p>
        </p:txBody>
      </p:sp>
      <p:sp>
        <p:nvSpPr>
          <p:cNvPr id="23" name="Shape 21"/>
          <p:cNvSpPr/>
          <p:nvPr/>
        </p:nvSpPr>
        <p:spPr>
          <a:xfrm>
            <a:off x="1655064" y="3566160"/>
            <a:ext cx="233172" cy="0"/>
          </a:xfrm>
          <a:prstGeom prst="line">
            <a:avLst/>
          </a:prstGeom>
          <a:noFill/>
          <a:ln w="28575">
            <a:solidFill>
              <a:srgbClr val="128474"/>
            </a:solidFill>
            <a:prstDash val="solid"/>
            <a:tailEnd type="triangle"/>
          </a:ln>
        </p:spPr>
      </p:sp>
      <p:sp>
        <p:nvSpPr>
          <p:cNvPr id="24" name="Shape 22"/>
          <p:cNvSpPr/>
          <p:nvPr/>
        </p:nvSpPr>
        <p:spPr>
          <a:xfrm>
            <a:off x="1943100" y="3200400"/>
            <a:ext cx="1554480" cy="731520"/>
          </a:xfrm>
          <a:prstGeom prst="roundRect">
            <a:avLst>
              <a:gd name="adj" fmla="val 8750"/>
            </a:avLst>
          </a:prstGeom>
          <a:solidFill>
            <a:srgbClr val="E1F1F8"/>
          </a:solidFill>
          <a:ln/>
          <a:effectLst>
            <a:outerShdw sx="100000" sy="100000" kx="0" ky="0" algn="bl" rotWithShape="0" blurRad="88900" dist="25400" dir="2700000">
              <a:srgbClr val="000000">
                <a:alpha val="14000"/>
              </a:srgbClr>
            </a:outerShdw>
          </a:effectLst>
        </p:spPr>
      </p:sp>
      <p:sp>
        <p:nvSpPr>
          <p:cNvPr id="25" name="Text 23"/>
          <p:cNvSpPr/>
          <p:nvPr/>
        </p:nvSpPr>
        <p:spPr>
          <a:xfrm>
            <a:off x="1943100" y="3200400"/>
            <a:ext cx="1554480" cy="731520"/>
          </a:xfrm>
          <a:prstGeom prst="rect">
            <a:avLst/>
          </a:prstGeom>
          <a:noFill/>
          <a:ln/>
        </p:spPr>
        <p:txBody>
          <a:bodyPr wrap="square" lIns="0" tIns="0" rIns="0" bIns="0" rtlCol="0" anchor="ctr"/>
          <a:lstStyle/>
          <a:p>
            <a:pPr algn="ctr" indent="0" marL="0">
              <a:buNone/>
            </a:pPr>
            <a:r>
              <a:rPr lang="en-US" sz="1050" b="1" dirty="0">
                <a:solidFill>
                  <a:srgbClr val="1790D0"/>
                </a:solidFill>
                <a:latin typeface="Arial" pitchFamily="34" charset="0"/>
                <a:ea typeface="Arial" pitchFamily="34" charset="-122"/>
                <a:cs typeface="Arial" pitchFamily="34" charset="-120"/>
              </a:rPr>
              <a:t>ARS metadata</a:t>
            </a:r>
            <a:endParaRPr lang="en-US" sz="1050" dirty="0"/>
          </a:p>
          <a:p>
            <a:pPr algn="ctr" indent="0" marL="0">
              <a:buNone/>
            </a:pPr>
            <a:r>
              <a:rPr lang="en-US" sz="1050" b="1" dirty="0">
                <a:solidFill>
                  <a:srgbClr val="1790D0"/>
                </a:solidFill>
                <a:latin typeface="Arial" pitchFamily="34" charset="0"/>
                <a:ea typeface="Arial" pitchFamily="34" charset="-122"/>
                <a:cs typeface="Arial" pitchFamily="34" charset="-120"/>
              </a:rPr>
              <a:t>(reporting intent)</a:t>
            </a:r>
            <a:endParaRPr lang="en-US" sz="1050" dirty="0"/>
          </a:p>
        </p:txBody>
      </p:sp>
      <p:sp>
        <p:nvSpPr>
          <p:cNvPr id="26" name="Shape 24"/>
          <p:cNvSpPr/>
          <p:nvPr/>
        </p:nvSpPr>
        <p:spPr>
          <a:xfrm>
            <a:off x="3552444" y="3566160"/>
            <a:ext cx="233172" cy="0"/>
          </a:xfrm>
          <a:prstGeom prst="line">
            <a:avLst/>
          </a:prstGeom>
          <a:noFill/>
          <a:ln w="28575">
            <a:solidFill>
              <a:srgbClr val="128474"/>
            </a:solidFill>
            <a:prstDash val="solid"/>
            <a:tailEnd type="triangle"/>
          </a:ln>
        </p:spPr>
      </p:sp>
      <p:sp>
        <p:nvSpPr>
          <p:cNvPr id="27" name="Shape 25"/>
          <p:cNvSpPr/>
          <p:nvPr/>
        </p:nvSpPr>
        <p:spPr>
          <a:xfrm>
            <a:off x="3840480" y="3200400"/>
            <a:ext cx="1325880" cy="731520"/>
          </a:xfrm>
          <a:prstGeom prst="roundRect">
            <a:avLst>
              <a:gd name="adj" fmla="val 8750"/>
            </a:avLst>
          </a:prstGeom>
          <a:solidFill>
            <a:srgbClr val="E4F2F4"/>
          </a:solidFill>
          <a:ln/>
          <a:effectLst>
            <a:outerShdw sx="100000" sy="100000" kx="0" ky="0" algn="bl" rotWithShape="0" blurRad="88900" dist="25400" dir="2700000">
              <a:srgbClr val="000000">
                <a:alpha val="14000"/>
              </a:srgbClr>
            </a:outerShdw>
          </a:effectLst>
        </p:spPr>
      </p:sp>
      <p:sp>
        <p:nvSpPr>
          <p:cNvPr id="28" name="Text 26"/>
          <p:cNvSpPr/>
          <p:nvPr/>
        </p:nvSpPr>
        <p:spPr>
          <a:xfrm>
            <a:off x="3840480" y="3200400"/>
            <a:ext cx="1325880" cy="731520"/>
          </a:xfrm>
          <a:prstGeom prst="rect">
            <a:avLst/>
          </a:prstGeom>
          <a:noFill/>
          <a:ln/>
        </p:spPr>
        <p:txBody>
          <a:bodyPr wrap="square" lIns="0" tIns="0" rIns="0" bIns="0" rtlCol="0" anchor="ctr"/>
          <a:lstStyle/>
          <a:p>
            <a:pPr algn="ctr" indent="0" marL="0">
              <a:buNone/>
            </a:pPr>
            <a:r>
              <a:rPr lang="en-US" sz="1050" b="1" dirty="0">
                <a:solidFill>
                  <a:srgbClr val="128474"/>
                </a:solidFill>
                <a:latin typeface="Arial" pitchFamily="34" charset="0"/>
                <a:ea typeface="Arial" pitchFamily="34" charset="-122"/>
                <a:cs typeface="Arial" pitchFamily="34" charset="-120"/>
              </a:rPr>
              <a:t>Automated</a:t>
            </a:r>
            <a:endParaRPr lang="en-US" sz="1050" dirty="0"/>
          </a:p>
          <a:p>
            <a:pPr algn="ctr" indent="0" marL="0">
              <a:buNone/>
            </a:pPr>
            <a:r>
              <a:rPr lang="en-US" sz="1050" b="1" dirty="0">
                <a:solidFill>
                  <a:srgbClr val="128474"/>
                </a:solidFill>
                <a:latin typeface="Arial" pitchFamily="34" charset="0"/>
                <a:ea typeface="Arial" pitchFamily="34" charset="-122"/>
                <a:cs typeface="Arial" pitchFamily="34" charset="-120"/>
              </a:rPr>
              <a:t>execution</a:t>
            </a:r>
            <a:endParaRPr lang="en-US" sz="1050" dirty="0"/>
          </a:p>
        </p:txBody>
      </p:sp>
      <p:sp>
        <p:nvSpPr>
          <p:cNvPr id="29" name="Shape 27"/>
          <p:cNvSpPr/>
          <p:nvPr/>
        </p:nvSpPr>
        <p:spPr>
          <a:xfrm>
            <a:off x="5221224" y="3566160"/>
            <a:ext cx="233172" cy="0"/>
          </a:xfrm>
          <a:prstGeom prst="line">
            <a:avLst/>
          </a:prstGeom>
          <a:noFill/>
          <a:ln w="28575">
            <a:solidFill>
              <a:srgbClr val="128474"/>
            </a:solidFill>
            <a:prstDash val="solid"/>
            <a:tailEnd type="triangle"/>
          </a:ln>
        </p:spPr>
      </p:sp>
      <p:sp>
        <p:nvSpPr>
          <p:cNvPr id="30" name="Shape 28"/>
          <p:cNvSpPr/>
          <p:nvPr/>
        </p:nvSpPr>
        <p:spPr>
          <a:xfrm>
            <a:off x="5509260" y="3200400"/>
            <a:ext cx="1554480" cy="731520"/>
          </a:xfrm>
          <a:prstGeom prst="roundRect">
            <a:avLst>
              <a:gd name="adj" fmla="val 8750"/>
            </a:avLst>
          </a:prstGeom>
          <a:solidFill>
            <a:srgbClr val="EEF4D6"/>
          </a:solidFill>
          <a:ln/>
          <a:effectLst>
            <a:outerShdw sx="100000" sy="100000" kx="0" ky="0" algn="bl" rotWithShape="0" blurRad="88900" dist="25400" dir="2700000">
              <a:srgbClr val="000000">
                <a:alpha val="14000"/>
              </a:srgbClr>
            </a:outerShdw>
          </a:effectLst>
        </p:spPr>
      </p:sp>
      <p:sp>
        <p:nvSpPr>
          <p:cNvPr id="31" name="Text 29"/>
          <p:cNvSpPr/>
          <p:nvPr/>
        </p:nvSpPr>
        <p:spPr>
          <a:xfrm>
            <a:off x="5509260" y="3200400"/>
            <a:ext cx="1554480" cy="731520"/>
          </a:xfrm>
          <a:prstGeom prst="rect">
            <a:avLst/>
          </a:prstGeom>
          <a:noFill/>
          <a:ln/>
        </p:spPr>
        <p:txBody>
          <a:bodyPr wrap="square" lIns="0" tIns="0" rIns="0" bIns="0" rtlCol="0" anchor="ctr"/>
          <a:lstStyle/>
          <a:p>
            <a:pPr algn="ctr" indent="0" marL="0">
              <a:buNone/>
            </a:pPr>
            <a:r>
              <a:rPr lang="en-US" sz="1050" b="1" dirty="0">
                <a:solidFill>
                  <a:srgbClr val="128474"/>
                </a:solidFill>
                <a:latin typeface="Arial" pitchFamily="34" charset="0"/>
                <a:ea typeface="Arial" pitchFamily="34" charset="-122"/>
                <a:cs typeface="Arial" pitchFamily="34" charset="-120"/>
              </a:rPr>
              <a:t>ARD</a:t>
            </a:r>
            <a:endParaRPr lang="en-US" sz="1050" dirty="0"/>
          </a:p>
          <a:p>
            <a:pPr algn="ctr" indent="0" marL="0">
              <a:buNone/>
            </a:pPr>
            <a:r>
              <a:rPr lang="en-US" sz="1050" b="1" dirty="0">
                <a:solidFill>
                  <a:srgbClr val="128474"/>
                </a:solidFill>
                <a:latin typeface="Arial" pitchFamily="34" charset="0"/>
                <a:ea typeface="Arial" pitchFamily="34" charset="-122"/>
                <a:cs typeface="Arial" pitchFamily="34" charset="-120"/>
              </a:rPr>
              <a:t>(structured results)</a:t>
            </a:r>
            <a:endParaRPr lang="en-US" sz="1050" dirty="0"/>
          </a:p>
        </p:txBody>
      </p:sp>
      <p:sp>
        <p:nvSpPr>
          <p:cNvPr id="32" name="Shape 30"/>
          <p:cNvSpPr/>
          <p:nvPr/>
        </p:nvSpPr>
        <p:spPr>
          <a:xfrm>
            <a:off x="7118604" y="3566160"/>
            <a:ext cx="233172" cy="0"/>
          </a:xfrm>
          <a:prstGeom prst="line">
            <a:avLst/>
          </a:prstGeom>
          <a:noFill/>
          <a:ln w="28575">
            <a:solidFill>
              <a:srgbClr val="128474"/>
            </a:solidFill>
            <a:prstDash val="solid"/>
            <a:tailEnd type="triangle"/>
          </a:ln>
        </p:spPr>
      </p:sp>
      <p:sp>
        <p:nvSpPr>
          <p:cNvPr id="33" name="Shape 31"/>
          <p:cNvSpPr/>
          <p:nvPr/>
        </p:nvSpPr>
        <p:spPr>
          <a:xfrm>
            <a:off x="7406640" y="3200400"/>
            <a:ext cx="1280160" cy="731520"/>
          </a:xfrm>
          <a:prstGeom prst="roundRect">
            <a:avLst>
              <a:gd name="adj" fmla="val 8750"/>
            </a:avLst>
          </a:prstGeom>
          <a:solidFill>
            <a:srgbClr val="F2F3ED"/>
          </a:solidFill>
          <a:ln/>
          <a:effectLst>
            <a:outerShdw sx="100000" sy="100000" kx="0" ky="0" algn="bl" rotWithShape="0" blurRad="88900" dist="25400" dir="2700000">
              <a:srgbClr val="000000">
                <a:alpha val="14000"/>
              </a:srgbClr>
            </a:outerShdw>
          </a:effectLst>
        </p:spPr>
      </p:sp>
      <p:sp>
        <p:nvSpPr>
          <p:cNvPr id="34" name="Text 32"/>
          <p:cNvSpPr/>
          <p:nvPr/>
        </p:nvSpPr>
        <p:spPr>
          <a:xfrm>
            <a:off x="7406640" y="3200400"/>
            <a:ext cx="1280160" cy="731520"/>
          </a:xfrm>
          <a:prstGeom prst="rect">
            <a:avLst/>
          </a:prstGeom>
          <a:noFill/>
          <a:ln/>
        </p:spPr>
        <p:txBody>
          <a:bodyPr wrap="square" lIns="0" tIns="0" rIns="0" bIns="0" rtlCol="0" anchor="ctr"/>
          <a:lstStyle/>
          <a:p>
            <a:pPr algn="ctr" indent="0" marL="0">
              <a:buNone/>
            </a:pPr>
            <a:r>
              <a:rPr lang="en-US" sz="1050" b="1" dirty="0">
                <a:solidFill>
                  <a:srgbClr val="575756"/>
                </a:solidFill>
                <a:latin typeface="Arial" pitchFamily="34" charset="0"/>
                <a:ea typeface="Arial" pitchFamily="34" charset="-122"/>
                <a:cs typeface="Arial" pitchFamily="34" charset="-120"/>
              </a:rPr>
              <a:t>TLFs +</a:t>
            </a:r>
            <a:endParaRPr lang="en-US" sz="1050" dirty="0"/>
          </a:p>
          <a:p>
            <a:pPr algn="ctr" indent="0" marL="0">
              <a:buNone/>
            </a:pPr>
            <a:r>
              <a:rPr lang="en-US" sz="1050" b="1" dirty="0">
                <a:solidFill>
                  <a:srgbClr val="575756"/>
                </a:solidFill>
                <a:latin typeface="Arial" pitchFamily="34" charset="0"/>
                <a:ea typeface="Arial" pitchFamily="34" charset="-122"/>
                <a:cs typeface="Arial" pitchFamily="34" charset="-120"/>
              </a:rPr>
              <a:t>reusable results</a:t>
            </a:r>
            <a:endParaRPr lang="en-US" sz="1050" dirty="0"/>
          </a:p>
        </p:txBody>
      </p:sp>
      <p:sp>
        <p:nvSpPr>
          <p:cNvPr id="35" name="Text 33"/>
          <p:cNvSpPr/>
          <p:nvPr/>
        </p:nvSpPr>
        <p:spPr>
          <a:xfrm>
            <a:off x="457200" y="4005072"/>
            <a:ext cx="8229600" cy="256032"/>
          </a:xfrm>
          <a:prstGeom prst="rect">
            <a:avLst/>
          </a:prstGeom>
          <a:noFill/>
          <a:ln/>
        </p:spPr>
        <p:txBody>
          <a:bodyPr wrap="square" lIns="0" tIns="0" rIns="0" bIns="0" rtlCol="0" anchor="ctr"/>
          <a:lstStyle/>
          <a:p>
            <a:pPr indent="0" marL="0">
              <a:buNone/>
            </a:pPr>
            <a:r>
              <a:rPr lang="en-US" sz="1050" i="1" dirty="0">
                <a:solidFill>
                  <a:srgbClr val="128474"/>
                </a:solidFill>
                <a:latin typeface="Arial" pitchFamily="34" charset="0"/>
                <a:ea typeface="Arial" pitchFamily="34" charset="-122"/>
                <a:cs typeface="Arial" pitchFamily="34" charset="-120"/>
              </a:rPr>
              <a:t>solid = every hand-off is data — reporting intent and results are machine-readable end to end</a:t>
            </a:r>
            <a:endParaRPr lang="en-US" sz="1050" dirty="0"/>
          </a:p>
        </p:txBody>
      </p:sp>
      <p:sp>
        <p:nvSpPr>
          <p:cNvPr id="36" name="Shape 34"/>
          <p:cNvSpPr/>
          <p:nvPr/>
        </p:nvSpPr>
        <p:spPr>
          <a:xfrm>
            <a:off x="457200" y="4434840"/>
            <a:ext cx="8229600" cy="475488"/>
          </a:xfrm>
          <a:prstGeom prst="roundRect">
            <a:avLst>
              <a:gd name="adj" fmla="val 15385"/>
            </a:avLst>
          </a:prstGeom>
          <a:solidFill>
            <a:srgbClr val="004750"/>
          </a:solidFill>
          <a:ln/>
        </p:spPr>
      </p:sp>
      <p:sp>
        <p:nvSpPr>
          <p:cNvPr id="37" name="Text 35"/>
          <p:cNvSpPr/>
          <p:nvPr/>
        </p:nvSpPr>
        <p:spPr>
          <a:xfrm>
            <a:off x="640080" y="4434840"/>
            <a:ext cx="7863840" cy="47548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ARS / ARD close the gap by making reporting intent itself a data artifact — not a document.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900" name="BrandBar"/>
          <p:cNvSpPr/>
          <p:nvPr/>
        </p:nvSpPr>
        <p:spPr>
          <a:xfrm>
            <a:off x="0" y="0"/>
            <a:ext cx="9144000" cy="777240"/>
          </a:xfrm>
          <a:prstGeom prst="rect">
            <a:avLst/>
          </a:prstGeom>
          <a:solidFill>
            <a:srgbClr val="128474"/>
          </a:solidFill>
          <a:ln>
            <a:noFill/>
          </a:ln>
        </p:spPr>
        <p:txBody>
          <a:bodyPr/>
          <a:lstStyle/>
          <a:p/>
        </p:txBody>
      </p:sp>
      <p:sp>
        <p:nvSpPr>
          <p:cNvPr id="901" name="BrandAccent"/>
          <p:cNvSpPr/>
          <p:nvPr/>
        </p:nvSpPr>
        <p:spPr>
          <a:xfrm>
            <a:off x="0" y="777240"/>
            <a:ext cx="9144000" cy="36576"/>
          </a:xfrm>
          <a:prstGeom prst="rect">
            <a:avLst/>
          </a:prstGeom>
          <a:solidFill>
            <a:srgbClr val="94D60A"/>
          </a:solidFill>
          <a:ln>
            <a:noFill/>
          </a:ln>
        </p:spPr>
        <p:txBody>
          <a:bodyPr/>
          <a:lstStyle/>
          <a:p/>
        </p:txBody>
      </p:sp>
      <p:sp>
        <p:nvSpPr>
          <p:cNvPr id="2" name="Text 0"/>
          <p:cNvSpPr/>
          <p:nvPr/>
        </p:nvSpPr>
        <p:spPr>
          <a:xfrm>
            <a:off x="457200" y="82296"/>
            <a:ext cx="8229600" cy="274320"/>
          </a:xfrm>
          <a:prstGeom prst="rect">
            <a:avLst/>
          </a:prstGeom>
          <a:noFill/>
          <a:ln/>
        </p:spPr>
        <p:txBody>
          <a:bodyPr wrap="square" lIns="0" tIns="0" rIns="0" bIns="0" rtlCol="0" anchor="ctr"/>
          <a:lstStyle/>
          <a:p>
            <a:pPr indent="0" marL="0">
              <a:buNone/>
            </a:pPr>
            <a:r>
              <a:rPr sz="1100" lang="en-US" b="1" spc="300" kern="0" dirty="0">
                <a:solidFill>
                  <a:srgbClr val="FFFFFF"/>
                </a:solidFill>
                <a:latin typeface="Arial" pitchFamily="34" charset="0"/>
                <a:ea typeface="Arial" pitchFamily="34" charset="-122"/>
                <a:cs typeface="Arial" pitchFamily="34" charset="-120"/>
              </a:rPr>
              <a:t>THE PAYOFF</a:t>
            </a:r>
            <a:endParaRPr sz="1100" lang="en-US" dirty="0"/>
          </a:p>
        </p:txBody>
      </p:sp>
      <p:sp>
        <p:nvSpPr>
          <p:cNvPr id="3" name="Text 1"/>
          <p:cNvSpPr/>
          <p:nvPr/>
        </p:nvSpPr>
        <p:spPr>
          <a:xfrm>
            <a:off x="457200" y="297180"/>
            <a:ext cx="8412480" cy="566928"/>
          </a:xfrm>
          <a:prstGeom prst="rect">
            <a:avLst/>
          </a:prstGeom>
          <a:noFill/>
          <a:ln/>
        </p:spPr>
        <p:txBody>
          <a:bodyPr wrap="square" lIns="0" tIns="0" rIns="0" bIns="0" rtlCol="0" anchor="ctr"/>
          <a:lstStyle/>
          <a:p>
            <a:pPr indent="0" marL="0">
              <a:buNone/>
            </a:pPr>
            <a:r>
              <a:rPr sz="2400" lang="en-US" b="1" dirty="0">
                <a:solidFill>
                  <a:srgbClr val="FFFFFF"/>
                </a:solidFill>
                <a:latin typeface="Arial" pitchFamily="34" charset="0"/>
                <a:ea typeface="Arial" pitchFamily="34" charset="-122"/>
                <a:cs typeface="Arial" pitchFamily="34" charset="-120"/>
              </a:rPr>
              <a:t>Why ARS and ARD Are Worth It</a:t>
            </a:r>
            <a:endParaRPr sz="2400" lang="en-US" dirty="0"/>
          </a:p>
        </p:txBody>
      </p:sp>
      <p:sp>
        <p:nvSpPr>
          <p:cNvPr id="4" name="Shape 2"/>
          <p:cNvSpPr/>
          <p:nvPr/>
        </p:nvSpPr>
        <p:spPr>
          <a:xfrm>
            <a:off x="457200" y="1325880"/>
            <a:ext cx="2651760" cy="1389888"/>
          </a:xfrm>
          <a:prstGeom prst="roundRect">
            <a:avLst>
              <a:gd name="adj" fmla="val 5263"/>
            </a:avLst>
          </a:prstGeom>
          <a:solidFill>
            <a:srgbClr val="F2F3ED"/>
          </a:solidFill>
          <a:ln/>
        </p:spPr>
      </p:sp>
      <p:sp>
        <p:nvSpPr>
          <p:cNvPr id="5" name="Shape 3"/>
          <p:cNvSpPr/>
          <p:nvPr/>
        </p:nvSpPr>
        <p:spPr>
          <a:xfrm>
            <a:off x="621792" y="1481328"/>
            <a:ext cx="384048" cy="384048"/>
          </a:xfrm>
          <a:prstGeom prst="ellipse">
            <a:avLst/>
          </a:prstGeom>
          <a:solidFill>
            <a:srgbClr val="FFFFFF"/>
          </a:solidFill>
          <a:ln/>
        </p:spPr>
      </p:sp>
      <p:pic>
        <p:nvPicPr>
          <p:cNvPr id="6" name="Image 0" descr="preencoded.png">    </p:cNvPr>
          <p:cNvPicPr>
            <a:picLocks noChangeAspect="1"/>
          </p:cNvPicPr>
          <p:nvPr/>
        </p:nvPicPr>
        <p:blipFill>
          <a:blip r:embed="rId1"/>
          <a:stretch>
            <a:fillRect/>
          </a:stretch>
        </p:blipFill>
        <p:spPr>
          <a:xfrm>
            <a:off x="704088" y="1563624"/>
            <a:ext cx="219456" cy="219456"/>
          </a:xfrm>
          <a:prstGeom prst="rect">
            <a:avLst/>
          </a:prstGeom>
        </p:spPr>
      </p:pic>
      <p:sp>
        <p:nvSpPr>
          <p:cNvPr id="7" name="Text 4"/>
          <p:cNvSpPr/>
          <p:nvPr/>
        </p:nvSpPr>
        <p:spPr>
          <a:xfrm>
            <a:off x="1115568" y="1508760"/>
            <a:ext cx="1874520" cy="320040"/>
          </a:xfrm>
          <a:prstGeom prst="rect">
            <a:avLst/>
          </a:prstGeom>
          <a:noFill/>
          <a:ln/>
        </p:spPr>
        <p:txBody>
          <a:bodyPr wrap="square" lIns="0" tIns="0" rIns="0" bIns="0" rtlCol="0" anchor="ctr"/>
          <a:lstStyle/>
          <a:p>
            <a:pPr indent="0" marL="0">
              <a:buNone/>
            </a:pPr>
            <a:r>
              <a:rPr lang="en-US" sz="1450" b="1" dirty="0">
                <a:solidFill>
                  <a:srgbClr val="004750"/>
                </a:solidFill>
                <a:latin typeface="Arial" pitchFamily="34" charset="0"/>
                <a:ea typeface="Arial" pitchFamily="34" charset="-122"/>
                <a:cs typeface="Arial" pitchFamily="34" charset="-120"/>
              </a:rPr>
              <a:t>Traceability</a:t>
            </a:r>
            <a:endParaRPr lang="en-US" sz="1450" dirty="0"/>
          </a:p>
        </p:txBody>
      </p:sp>
      <p:sp>
        <p:nvSpPr>
          <p:cNvPr id="8" name="Text 5"/>
          <p:cNvSpPr/>
          <p:nvPr/>
        </p:nvSpPr>
        <p:spPr>
          <a:xfrm>
            <a:off x="640080" y="1947672"/>
            <a:ext cx="2286000" cy="713232"/>
          </a:xfrm>
          <a:prstGeom prst="rect">
            <a:avLst/>
          </a:prstGeom>
          <a:noFill/>
          <a:ln/>
        </p:spPr>
        <p:txBody>
          <a:bodyPr wrap="square" lIns="0" tIns="0" rIns="0" bIns="0" rtlCol="0" anchor="ctr"/>
          <a:lstStyle/>
          <a:p>
            <a:pPr indent="0" marL="0">
              <a:buNone/>
            </a:pPr>
            <a:r>
              <a:rPr lang="en-US" sz="1050" dirty="0">
                <a:solidFill>
                  <a:srgbClr val="575756"/>
                </a:solidFill>
                <a:latin typeface="Arial" pitchFamily="34" charset="0"/>
                <a:ea typeface="Arial" pitchFamily="34" charset="-122"/>
                <a:cs typeface="Arial" pitchFamily="34" charset="-120"/>
              </a:rPr>
              <a:t>Every value links back to its dataset, method, population, and SAP reference</a:t>
            </a:r>
            <a:endParaRPr lang="en-US" sz="1050" dirty="0"/>
          </a:p>
        </p:txBody>
      </p:sp>
      <p:sp>
        <p:nvSpPr>
          <p:cNvPr id="9" name="Shape 6"/>
          <p:cNvSpPr/>
          <p:nvPr/>
        </p:nvSpPr>
        <p:spPr>
          <a:xfrm>
            <a:off x="3246120" y="1325880"/>
            <a:ext cx="2651760" cy="1389888"/>
          </a:xfrm>
          <a:prstGeom prst="roundRect">
            <a:avLst>
              <a:gd name="adj" fmla="val 5263"/>
            </a:avLst>
          </a:prstGeom>
          <a:solidFill>
            <a:srgbClr val="F2F3ED"/>
          </a:solidFill>
          <a:ln/>
        </p:spPr>
      </p:sp>
      <p:sp>
        <p:nvSpPr>
          <p:cNvPr id="10" name="Shape 7"/>
          <p:cNvSpPr/>
          <p:nvPr/>
        </p:nvSpPr>
        <p:spPr>
          <a:xfrm>
            <a:off x="3410712" y="1481328"/>
            <a:ext cx="384048" cy="384048"/>
          </a:xfrm>
          <a:prstGeom prst="ellipse">
            <a:avLst/>
          </a:prstGeom>
          <a:solidFill>
            <a:srgbClr val="FFFFFF"/>
          </a:solidFill>
          <a:ln/>
        </p:spPr>
      </p:sp>
      <p:pic>
        <p:nvPicPr>
          <p:cNvPr id="11" name="Image 1" descr="preencoded.png">    </p:cNvPr>
          <p:cNvPicPr>
            <a:picLocks noChangeAspect="1"/>
          </p:cNvPicPr>
          <p:nvPr/>
        </p:nvPicPr>
        <p:blipFill>
          <a:blip r:embed="rId2"/>
          <a:stretch>
            <a:fillRect/>
          </a:stretch>
        </p:blipFill>
        <p:spPr>
          <a:xfrm>
            <a:off x="3493008" y="1563624"/>
            <a:ext cx="219456" cy="219456"/>
          </a:xfrm>
          <a:prstGeom prst="rect">
            <a:avLst/>
          </a:prstGeom>
        </p:spPr>
      </p:pic>
      <p:sp>
        <p:nvSpPr>
          <p:cNvPr id="12" name="Text 8"/>
          <p:cNvSpPr/>
          <p:nvPr/>
        </p:nvSpPr>
        <p:spPr>
          <a:xfrm>
            <a:off x="3904488" y="1508760"/>
            <a:ext cx="1874520" cy="320040"/>
          </a:xfrm>
          <a:prstGeom prst="rect">
            <a:avLst/>
          </a:prstGeom>
          <a:noFill/>
          <a:ln/>
        </p:spPr>
        <p:txBody>
          <a:bodyPr wrap="square" lIns="0" tIns="0" rIns="0" bIns="0" rtlCol="0" anchor="ctr"/>
          <a:lstStyle/>
          <a:p>
            <a:pPr indent="0" marL="0">
              <a:buNone/>
            </a:pPr>
            <a:r>
              <a:rPr lang="en-US" sz="1450" b="1" dirty="0">
                <a:solidFill>
                  <a:srgbClr val="004750"/>
                </a:solidFill>
                <a:latin typeface="Arial" pitchFamily="34" charset="0"/>
                <a:ea typeface="Arial" pitchFamily="34" charset="-122"/>
                <a:cs typeface="Arial" pitchFamily="34" charset="-120"/>
              </a:rPr>
              <a:t>Standardization</a:t>
            </a:r>
            <a:endParaRPr lang="en-US" sz="1450" dirty="0"/>
          </a:p>
        </p:txBody>
      </p:sp>
      <p:sp>
        <p:nvSpPr>
          <p:cNvPr id="13" name="Text 9"/>
          <p:cNvSpPr/>
          <p:nvPr/>
        </p:nvSpPr>
        <p:spPr>
          <a:xfrm>
            <a:off x="3429000" y="1947672"/>
            <a:ext cx="2286000" cy="713232"/>
          </a:xfrm>
          <a:prstGeom prst="rect">
            <a:avLst/>
          </a:prstGeom>
          <a:noFill/>
          <a:ln/>
        </p:spPr>
        <p:txBody>
          <a:bodyPr wrap="square" lIns="0" tIns="0" rIns="0" bIns="0" rtlCol="0" anchor="ctr"/>
          <a:lstStyle/>
          <a:p>
            <a:pPr indent="0" marL="0">
              <a:buNone/>
            </a:pPr>
            <a:r>
              <a:rPr lang="en-US" sz="1050" dirty="0">
                <a:solidFill>
                  <a:srgbClr val="575756"/>
                </a:solidFill>
                <a:latin typeface="Arial" pitchFamily="34" charset="0"/>
                <a:ea typeface="Arial" pitchFamily="34" charset="-122"/>
                <a:cs typeface="Arial" pitchFamily="34" charset="-120"/>
              </a:rPr>
              <a:t>One model across studies, sponsors, and tools — less bespoke variation</a:t>
            </a:r>
            <a:endParaRPr lang="en-US" sz="1050" dirty="0"/>
          </a:p>
        </p:txBody>
      </p:sp>
      <p:sp>
        <p:nvSpPr>
          <p:cNvPr id="14" name="Shape 10"/>
          <p:cNvSpPr/>
          <p:nvPr/>
        </p:nvSpPr>
        <p:spPr>
          <a:xfrm>
            <a:off x="6035040" y="1325880"/>
            <a:ext cx="2651760" cy="1389888"/>
          </a:xfrm>
          <a:prstGeom prst="roundRect">
            <a:avLst>
              <a:gd name="adj" fmla="val 5263"/>
            </a:avLst>
          </a:prstGeom>
          <a:solidFill>
            <a:srgbClr val="F2F3ED"/>
          </a:solidFill>
          <a:ln/>
        </p:spPr>
      </p:sp>
      <p:sp>
        <p:nvSpPr>
          <p:cNvPr id="15" name="Shape 11"/>
          <p:cNvSpPr/>
          <p:nvPr/>
        </p:nvSpPr>
        <p:spPr>
          <a:xfrm>
            <a:off x="6199632" y="1481328"/>
            <a:ext cx="384048" cy="384048"/>
          </a:xfrm>
          <a:prstGeom prst="ellipse">
            <a:avLst/>
          </a:prstGeom>
          <a:solidFill>
            <a:srgbClr val="FFFFFF"/>
          </a:solidFill>
          <a:ln/>
        </p:spPr>
      </p:sp>
      <p:pic>
        <p:nvPicPr>
          <p:cNvPr id="16" name="Image 2" descr="preencoded.png">    </p:cNvPr>
          <p:cNvPicPr>
            <a:picLocks noChangeAspect="1"/>
          </p:cNvPicPr>
          <p:nvPr/>
        </p:nvPicPr>
        <p:blipFill>
          <a:blip r:embed="rId3"/>
          <a:stretch>
            <a:fillRect/>
          </a:stretch>
        </p:blipFill>
        <p:spPr>
          <a:xfrm>
            <a:off x="6281928" y="1563624"/>
            <a:ext cx="219456" cy="219456"/>
          </a:xfrm>
          <a:prstGeom prst="rect">
            <a:avLst/>
          </a:prstGeom>
        </p:spPr>
      </p:pic>
      <p:sp>
        <p:nvSpPr>
          <p:cNvPr id="17" name="Text 12"/>
          <p:cNvSpPr/>
          <p:nvPr/>
        </p:nvSpPr>
        <p:spPr>
          <a:xfrm>
            <a:off x="6693408" y="1508760"/>
            <a:ext cx="1874520" cy="320040"/>
          </a:xfrm>
          <a:prstGeom prst="rect">
            <a:avLst/>
          </a:prstGeom>
          <a:noFill/>
          <a:ln/>
        </p:spPr>
        <p:txBody>
          <a:bodyPr wrap="square" lIns="0" tIns="0" rIns="0" bIns="0" rtlCol="0" anchor="ctr"/>
          <a:lstStyle/>
          <a:p>
            <a:pPr indent="0" marL="0">
              <a:buNone/>
            </a:pPr>
            <a:r>
              <a:rPr lang="en-US" sz="1450" b="1" dirty="0">
                <a:solidFill>
                  <a:srgbClr val="004750"/>
                </a:solidFill>
                <a:latin typeface="Arial" pitchFamily="34" charset="0"/>
                <a:ea typeface="Arial" pitchFamily="34" charset="-122"/>
                <a:cs typeface="Arial" pitchFamily="34" charset="-120"/>
              </a:rPr>
              <a:t>Reproducibility</a:t>
            </a:r>
            <a:endParaRPr lang="en-US" sz="1450" dirty="0"/>
          </a:p>
        </p:txBody>
      </p:sp>
      <p:sp>
        <p:nvSpPr>
          <p:cNvPr id="18" name="Text 13"/>
          <p:cNvSpPr/>
          <p:nvPr/>
        </p:nvSpPr>
        <p:spPr>
          <a:xfrm>
            <a:off x="6217920" y="1947672"/>
            <a:ext cx="2286000" cy="713232"/>
          </a:xfrm>
          <a:prstGeom prst="rect">
            <a:avLst/>
          </a:prstGeom>
          <a:noFill/>
          <a:ln/>
        </p:spPr>
        <p:txBody>
          <a:bodyPr wrap="square" lIns="0" tIns="0" rIns="0" bIns="0" rtlCol="0" anchor="ctr"/>
          <a:lstStyle/>
          <a:p>
            <a:pPr indent="0" marL="0">
              <a:buNone/>
            </a:pPr>
            <a:r>
              <a:rPr lang="en-US" sz="1050" dirty="0">
                <a:solidFill>
                  <a:srgbClr val="575756"/>
                </a:solidFill>
                <a:latin typeface="Arial" pitchFamily="34" charset="0"/>
                <a:ea typeface="Arial" pitchFamily="34" charset="-122"/>
                <a:cs typeface="Arial" pitchFamily="34" charset="-120"/>
              </a:rPr>
              <a:t>Specification + data + method are explicit, so results can be re-derived</a:t>
            </a:r>
            <a:endParaRPr lang="en-US" sz="1050" dirty="0"/>
          </a:p>
        </p:txBody>
      </p:sp>
      <p:sp>
        <p:nvSpPr>
          <p:cNvPr id="19" name="Shape 14"/>
          <p:cNvSpPr/>
          <p:nvPr/>
        </p:nvSpPr>
        <p:spPr>
          <a:xfrm>
            <a:off x="457200" y="2916936"/>
            <a:ext cx="2651760" cy="1389888"/>
          </a:xfrm>
          <a:prstGeom prst="roundRect">
            <a:avLst>
              <a:gd name="adj" fmla="val 5263"/>
            </a:avLst>
          </a:prstGeom>
          <a:solidFill>
            <a:srgbClr val="F2F3ED"/>
          </a:solidFill>
          <a:ln/>
        </p:spPr>
      </p:sp>
      <p:sp>
        <p:nvSpPr>
          <p:cNvPr id="20" name="Shape 15"/>
          <p:cNvSpPr/>
          <p:nvPr/>
        </p:nvSpPr>
        <p:spPr>
          <a:xfrm>
            <a:off x="621792" y="3072384"/>
            <a:ext cx="384048" cy="384048"/>
          </a:xfrm>
          <a:prstGeom prst="ellipse">
            <a:avLst/>
          </a:prstGeom>
          <a:solidFill>
            <a:srgbClr val="FFFFFF"/>
          </a:solidFill>
          <a:ln/>
        </p:spPr>
      </p:sp>
      <p:pic>
        <p:nvPicPr>
          <p:cNvPr id="21" name="Image 3" descr="preencoded.png">    </p:cNvPr>
          <p:cNvPicPr>
            <a:picLocks noChangeAspect="1"/>
          </p:cNvPicPr>
          <p:nvPr/>
        </p:nvPicPr>
        <p:blipFill>
          <a:blip r:embed="rId4"/>
          <a:stretch>
            <a:fillRect/>
          </a:stretch>
        </p:blipFill>
        <p:spPr>
          <a:xfrm>
            <a:off x="704088" y="3154680"/>
            <a:ext cx="219456" cy="219456"/>
          </a:xfrm>
          <a:prstGeom prst="rect">
            <a:avLst/>
          </a:prstGeom>
        </p:spPr>
      </p:pic>
      <p:sp>
        <p:nvSpPr>
          <p:cNvPr id="22" name="Text 16"/>
          <p:cNvSpPr/>
          <p:nvPr/>
        </p:nvSpPr>
        <p:spPr>
          <a:xfrm>
            <a:off x="1115568" y="3099816"/>
            <a:ext cx="1874520" cy="320040"/>
          </a:xfrm>
          <a:prstGeom prst="rect">
            <a:avLst/>
          </a:prstGeom>
          <a:noFill/>
          <a:ln/>
        </p:spPr>
        <p:txBody>
          <a:bodyPr wrap="square" lIns="0" tIns="0" rIns="0" bIns="0" rtlCol="0" anchor="ctr"/>
          <a:lstStyle/>
          <a:p>
            <a:pPr indent="0" marL="0">
              <a:buNone/>
            </a:pPr>
            <a:r>
              <a:rPr lang="en-US" sz="1450" b="1" dirty="0">
                <a:solidFill>
                  <a:srgbClr val="004750"/>
                </a:solidFill>
                <a:latin typeface="Arial" pitchFamily="34" charset="0"/>
                <a:ea typeface="Arial" pitchFamily="34" charset="-122"/>
                <a:cs typeface="Arial" pitchFamily="34" charset="-120"/>
              </a:rPr>
              <a:t>Reuse</a:t>
            </a:r>
            <a:endParaRPr lang="en-US" sz="1450" dirty="0"/>
          </a:p>
        </p:txBody>
      </p:sp>
      <p:sp>
        <p:nvSpPr>
          <p:cNvPr id="23" name="Text 17"/>
          <p:cNvSpPr/>
          <p:nvPr/>
        </p:nvSpPr>
        <p:spPr>
          <a:xfrm>
            <a:off x="640080" y="3538728"/>
            <a:ext cx="2286000" cy="713232"/>
          </a:xfrm>
          <a:prstGeom prst="rect">
            <a:avLst/>
          </a:prstGeom>
          <a:noFill/>
          <a:ln/>
        </p:spPr>
        <p:txBody>
          <a:bodyPr wrap="square" lIns="0" tIns="0" rIns="0" bIns="0" rtlCol="0" anchor="ctr"/>
          <a:lstStyle/>
          <a:p>
            <a:pPr indent="0" marL="0">
              <a:buNone/>
            </a:pPr>
            <a:r>
              <a:rPr lang="en-US" sz="1050" dirty="0">
                <a:solidFill>
                  <a:srgbClr val="575756"/>
                </a:solidFill>
                <a:latin typeface="Arial" pitchFamily="34" charset="0"/>
                <a:ea typeface="Arial" pitchFamily="34" charset="-122"/>
                <a:cs typeface="Arial" pitchFamily="34" charset="-120"/>
              </a:rPr>
              <a:t>Populations, methods, and display patterns are defined once, referenced by ID</a:t>
            </a:r>
            <a:endParaRPr lang="en-US" sz="1050" dirty="0"/>
          </a:p>
        </p:txBody>
      </p:sp>
      <p:sp>
        <p:nvSpPr>
          <p:cNvPr id="24" name="Shape 18"/>
          <p:cNvSpPr/>
          <p:nvPr/>
        </p:nvSpPr>
        <p:spPr>
          <a:xfrm>
            <a:off x="3246120" y="2916936"/>
            <a:ext cx="2651760" cy="1389888"/>
          </a:xfrm>
          <a:prstGeom prst="roundRect">
            <a:avLst>
              <a:gd name="adj" fmla="val 5263"/>
            </a:avLst>
          </a:prstGeom>
          <a:solidFill>
            <a:srgbClr val="F2F3ED"/>
          </a:solidFill>
          <a:ln/>
        </p:spPr>
      </p:sp>
      <p:sp>
        <p:nvSpPr>
          <p:cNvPr id="25" name="Shape 19"/>
          <p:cNvSpPr/>
          <p:nvPr/>
        </p:nvSpPr>
        <p:spPr>
          <a:xfrm>
            <a:off x="3410712" y="3072384"/>
            <a:ext cx="384048" cy="384048"/>
          </a:xfrm>
          <a:prstGeom prst="ellipse">
            <a:avLst/>
          </a:prstGeom>
          <a:solidFill>
            <a:srgbClr val="FFFFFF"/>
          </a:solidFill>
          <a:ln/>
        </p:spPr>
      </p:sp>
      <p:pic>
        <p:nvPicPr>
          <p:cNvPr id="26" name="Image 4" descr="preencoded.png">    </p:cNvPr>
          <p:cNvPicPr>
            <a:picLocks noChangeAspect="1"/>
          </p:cNvPicPr>
          <p:nvPr/>
        </p:nvPicPr>
        <p:blipFill>
          <a:blip r:embed="rId5"/>
          <a:stretch>
            <a:fillRect/>
          </a:stretch>
        </p:blipFill>
        <p:spPr>
          <a:xfrm>
            <a:off x="3493008" y="3154680"/>
            <a:ext cx="219456" cy="219456"/>
          </a:xfrm>
          <a:prstGeom prst="rect">
            <a:avLst/>
          </a:prstGeom>
        </p:spPr>
      </p:pic>
      <p:sp>
        <p:nvSpPr>
          <p:cNvPr id="27" name="Text 20"/>
          <p:cNvSpPr/>
          <p:nvPr/>
        </p:nvSpPr>
        <p:spPr>
          <a:xfrm>
            <a:off x="3904488" y="3099816"/>
            <a:ext cx="1874520" cy="320040"/>
          </a:xfrm>
          <a:prstGeom prst="rect">
            <a:avLst/>
          </a:prstGeom>
          <a:noFill/>
          <a:ln/>
        </p:spPr>
        <p:txBody>
          <a:bodyPr wrap="square" lIns="0" tIns="0" rIns="0" bIns="0" rtlCol="0" anchor="ctr"/>
          <a:lstStyle/>
          <a:p>
            <a:pPr indent="0" marL="0">
              <a:buNone/>
            </a:pPr>
            <a:r>
              <a:rPr lang="en-US" sz="1450" b="1" dirty="0">
                <a:solidFill>
                  <a:srgbClr val="004750"/>
                </a:solidFill>
                <a:latin typeface="Arial" pitchFamily="34" charset="0"/>
                <a:ea typeface="Arial" pitchFamily="34" charset="-122"/>
                <a:cs typeface="Arial" pitchFamily="34" charset="-120"/>
              </a:rPr>
              <a:t>Automation</a:t>
            </a:r>
            <a:endParaRPr lang="en-US" sz="1450" dirty="0"/>
          </a:p>
        </p:txBody>
      </p:sp>
      <p:sp>
        <p:nvSpPr>
          <p:cNvPr id="28" name="Text 21"/>
          <p:cNvSpPr/>
          <p:nvPr/>
        </p:nvSpPr>
        <p:spPr>
          <a:xfrm>
            <a:off x="3429000" y="3538728"/>
            <a:ext cx="2286000" cy="713232"/>
          </a:xfrm>
          <a:prstGeom prst="rect">
            <a:avLst/>
          </a:prstGeom>
          <a:noFill/>
          <a:ln/>
        </p:spPr>
        <p:txBody>
          <a:bodyPr wrap="square" lIns="0" tIns="0" rIns="0" bIns="0" rtlCol="0" anchor="ctr"/>
          <a:lstStyle/>
          <a:p>
            <a:pPr indent="0" marL="0">
              <a:buNone/>
            </a:pPr>
            <a:r>
              <a:rPr lang="en-US" sz="1050" dirty="0">
                <a:solidFill>
                  <a:srgbClr val="575756"/>
                </a:solidFill>
                <a:latin typeface="Arial" pitchFamily="34" charset="0"/>
                <a:ea typeface="Arial" pitchFamily="34" charset="-122"/>
                <a:cs typeface="Arial" pitchFamily="34" charset="-120"/>
              </a:rPr>
              <a:t>Machine-readable specs can drive code generation and rendering</a:t>
            </a:r>
            <a:endParaRPr lang="en-US" sz="1050" dirty="0"/>
          </a:p>
        </p:txBody>
      </p:sp>
      <p:sp>
        <p:nvSpPr>
          <p:cNvPr id="29" name="Shape 22"/>
          <p:cNvSpPr/>
          <p:nvPr/>
        </p:nvSpPr>
        <p:spPr>
          <a:xfrm>
            <a:off x="6035040" y="2916936"/>
            <a:ext cx="2651760" cy="1389888"/>
          </a:xfrm>
          <a:prstGeom prst="roundRect">
            <a:avLst>
              <a:gd name="adj" fmla="val 5263"/>
            </a:avLst>
          </a:prstGeom>
          <a:solidFill>
            <a:srgbClr val="F2F3ED"/>
          </a:solidFill>
          <a:ln/>
        </p:spPr>
      </p:sp>
      <p:sp>
        <p:nvSpPr>
          <p:cNvPr id="30" name="Shape 23"/>
          <p:cNvSpPr/>
          <p:nvPr/>
        </p:nvSpPr>
        <p:spPr>
          <a:xfrm>
            <a:off x="6199632" y="3072384"/>
            <a:ext cx="384048" cy="384048"/>
          </a:xfrm>
          <a:prstGeom prst="ellipse">
            <a:avLst/>
          </a:prstGeom>
          <a:solidFill>
            <a:srgbClr val="FFFFFF"/>
          </a:solidFill>
          <a:ln/>
        </p:spPr>
      </p:sp>
      <p:pic>
        <p:nvPicPr>
          <p:cNvPr id="31" name="Image 5" descr="preencoded.png">    </p:cNvPr>
          <p:cNvPicPr>
            <a:picLocks noChangeAspect="1"/>
          </p:cNvPicPr>
          <p:nvPr/>
        </p:nvPicPr>
        <p:blipFill>
          <a:blip r:embed="rId6"/>
          <a:stretch>
            <a:fillRect/>
          </a:stretch>
        </p:blipFill>
        <p:spPr>
          <a:xfrm>
            <a:off x="6281928" y="3154680"/>
            <a:ext cx="219456" cy="219456"/>
          </a:xfrm>
          <a:prstGeom prst="rect">
            <a:avLst/>
          </a:prstGeom>
        </p:spPr>
      </p:pic>
      <p:sp>
        <p:nvSpPr>
          <p:cNvPr id="32" name="Text 24"/>
          <p:cNvSpPr/>
          <p:nvPr/>
        </p:nvSpPr>
        <p:spPr>
          <a:xfrm>
            <a:off x="6693408" y="3099816"/>
            <a:ext cx="1874520" cy="320040"/>
          </a:xfrm>
          <a:prstGeom prst="rect">
            <a:avLst/>
          </a:prstGeom>
          <a:noFill/>
          <a:ln/>
        </p:spPr>
        <p:txBody>
          <a:bodyPr wrap="square" lIns="0" tIns="0" rIns="0" bIns="0" rtlCol="0" anchor="ctr"/>
          <a:lstStyle/>
          <a:p>
            <a:pPr indent="0" marL="0">
              <a:buNone/>
            </a:pPr>
            <a:r>
              <a:rPr lang="en-US" sz="1450" b="1" dirty="0">
                <a:solidFill>
                  <a:srgbClr val="004750"/>
                </a:solidFill>
                <a:latin typeface="Arial" pitchFamily="34" charset="0"/>
                <a:ea typeface="Arial" pitchFamily="34" charset="-122"/>
                <a:cs typeface="Arial" pitchFamily="34" charset="-120"/>
              </a:rPr>
              <a:t>Reviewability</a:t>
            </a:r>
            <a:endParaRPr lang="en-US" sz="1450" dirty="0"/>
          </a:p>
        </p:txBody>
      </p:sp>
      <p:sp>
        <p:nvSpPr>
          <p:cNvPr id="33" name="Text 25"/>
          <p:cNvSpPr/>
          <p:nvPr/>
        </p:nvSpPr>
        <p:spPr>
          <a:xfrm>
            <a:off x="6217920" y="3538728"/>
            <a:ext cx="2286000" cy="713232"/>
          </a:xfrm>
          <a:prstGeom prst="rect">
            <a:avLst/>
          </a:prstGeom>
          <a:noFill/>
          <a:ln/>
        </p:spPr>
        <p:txBody>
          <a:bodyPr wrap="square" lIns="0" tIns="0" rIns="0" bIns="0" rtlCol="0" anchor="ctr"/>
          <a:lstStyle/>
          <a:p>
            <a:pPr indent="0" marL="0">
              <a:buNone/>
            </a:pPr>
            <a:r>
              <a:rPr lang="en-US" sz="1050" dirty="0">
                <a:solidFill>
                  <a:srgbClr val="575756"/>
                </a:solidFill>
                <a:latin typeface="Arial" pitchFamily="34" charset="0"/>
                <a:ea typeface="Arial" pitchFamily="34" charset="-122"/>
                <a:cs typeface="Arial" pitchFamily="34" charset="-120"/>
              </a:rPr>
              <a:t>Reviewers query structured results instead of paging through PDFs</a:t>
            </a:r>
            <a:endParaRPr lang="en-US" sz="1050" dirty="0"/>
          </a:p>
        </p:txBody>
      </p:sp>
      <p:sp>
        <p:nvSpPr>
          <p:cNvPr id="34" name="Text 26"/>
          <p:cNvSpPr/>
          <p:nvPr/>
        </p:nvSpPr>
        <p:spPr>
          <a:xfrm>
            <a:off x="457200" y="4553712"/>
            <a:ext cx="8229600" cy="384048"/>
          </a:xfrm>
          <a:prstGeom prst="rect">
            <a:avLst/>
          </a:prstGeom>
          <a:noFill/>
          <a:ln/>
        </p:spPr>
        <p:txBody>
          <a:bodyPr wrap="square" lIns="0" tIns="0" rIns="0" bIns="0" rtlCol="0" anchor="ctr"/>
          <a:lstStyle/>
          <a:p>
            <a:pPr indent="0" marL="0">
              <a:buNone/>
            </a:pPr>
            <a:r>
              <a:rPr lang="en-US" sz="1300" b="1" dirty="0">
                <a:solidFill>
                  <a:srgbClr val="128474"/>
                </a:solidFill>
                <a:latin typeface="Arial" pitchFamily="34" charset="0"/>
                <a:ea typeface="Arial" pitchFamily="34" charset="-122"/>
                <a:cs typeface="Arial" pitchFamily="34" charset="-120"/>
              </a:rPr>
              <a:t>More than a technical standard: </a:t>
            </a:r>
            <a:pPr indent="0" marL="0">
              <a:buNone/>
            </a:pPr>
            <a:r>
              <a:rPr lang="en-US" sz="1300" dirty="0">
                <a:solidFill>
                  <a:srgbClr val="575756"/>
                </a:solidFill>
                <a:latin typeface="Arial" pitchFamily="34" charset="0"/>
                <a:ea typeface="Arial" pitchFamily="34" charset="-122"/>
                <a:cs typeface="Arial" pitchFamily="34" charset="-120"/>
              </a:rPr>
              <a:t>ARS is the foundation for a scalable reporting ecosystem — and a measurable reduction in repetitive programming effort.</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900" name="BrandBar"/>
          <p:cNvSpPr/>
          <p:nvPr/>
        </p:nvSpPr>
        <p:spPr>
          <a:xfrm>
            <a:off x="0" y="0"/>
            <a:ext cx="9144000" cy="777240"/>
          </a:xfrm>
          <a:prstGeom prst="rect">
            <a:avLst/>
          </a:prstGeom>
          <a:solidFill>
            <a:srgbClr val="128474"/>
          </a:solidFill>
          <a:ln>
            <a:noFill/>
          </a:ln>
        </p:spPr>
        <p:txBody>
          <a:bodyPr/>
          <a:lstStyle/>
          <a:p/>
        </p:txBody>
      </p:sp>
      <p:sp>
        <p:nvSpPr>
          <p:cNvPr id="901" name="BrandAccent"/>
          <p:cNvSpPr/>
          <p:nvPr/>
        </p:nvSpPr>
        <p:spPr>
          <a:xfrm>
            <a:off x="0" y="777240"/>
            <a:ext cx="9144000" cy="36576"/>
          </a:xfrm>
          <a:prstGeom prst="rect">
            <a:avLst/>
          </a:prstGeom>
          <a:solidFill>
            <a:srgbClr val="94D60A"/>
          </a:solidFill>
          <a:ln>
            <a:noFill/>
          </a:ln>
        </p:spPr>
        <p:txBody>
          <a:bodyPr/>
          <a:lstStyle/>
          <a:p/>
        </p:txBody>
      </p:sp>
      <p:sp>
        <p:nvSpPr>
          <p:cNvPr id="2" name="Text 0"/>
          <p:cNvSpPr/>
          <p:nvPr/>
        </p:nvSpPr>
        <p:spPr>
          <a:xfrm>
            <a:off x="457200" y="82296"/>
            <a:ext cx="8229600" cy="274320"/>
          </a:xfrm>
          <a:prstGeom prst="rect">
            <a:avLst/>
          </a:prstGeom>
          <a:noFill/>
          <a:ln/>
        </p:spPr>
        <p:txBody>
          <a:bodyPr wrap="square" lIns="0" tIns="0" rIns="0" bIns="0" rtlCol="0" anchor="ctr"/>
          <a:lstStyle/>
          <a:p>
            <a:pPr indent="0" marL="0">
              <a:buNone/>
            </a:pPr>
            <a:r>
              <a:rPr sz="1100" lang="en-US" b="1" spc="300" kern="0" dirty="0">
                <a:solidFill>
                  <a:srgbClr val="FFFFFF"/>
                </a:solidFill>
                <a:latin typeface="Arial" pitchFamily="34" charset="0"/>
                <a:ea typeface="Arial" pitchFamily="34" charset="-122"/>
                <a:cs typeface="Arial" pitchFamily="34" charset="-120"/>
              </a:rPr>
              <a:t>THE STARTING POINT</a:t>
            </a:r>
            <a:endParaRPr sz="1100" lang="en-US" dirty="0"/>
          </a:p>
        </p:txBody>
      </p:sp>
      <p:sp>
        <p:nvSpPr>
          <p:cNvPr id="3" name="Text 1"/>
          <p:cNvSpPr/>
          <p:nvPr/>
        </p:nvSpPr>
        <p:spPr>
          <a:xfrm>
            <a:off x="457200" y="297180"/>
            <a:ext cx="8412480" cy="566928"/>
          </a:xfrm>
          <a:prstGeom prst="rect">
            <a:avLst/>
          </a:prstGeom>
          <a:noFill/>
          <a:ln/>
        </p:spPr>
        <p:txBody>
          <a:bodyPr wrap="square" lIns="0" tIns="0" rIns="0" bIns="0" rtlCol="0" anchor="ctr"/>
          <a:lstStyle/>
          <a:p>
            <a:pPr indent="0" marL="0">
              <a:buNone/>
            </a:pPr>
            <a:r>
              <a:rPr sz="2400" lang="en-US" b="1" dirty="0">
                <a:solidFill>
                  <a:srgbClr val="FFFFFF"/>
                </a:solidFill>
                <a:latin typeface="Arial" pitchFamily="34" charset="0"/>
                <a:ea typeface="Arial" pitchFamily="34" charset="-122"/>
                <a:cs typeface="Arial" pitchFamily="34" charset="-120"/>
              </a:rPr>
              <a:t>Annotated Shells: Familiar, and Already Rich</a:t>
            </a:r>
            <a:endParaRPr sz="2400" lang="en-US" dirty="0"/>
          </a:p>
        </p:txBody>
      </p:sp>
      <p:sp>
        <p:nvSpPr>
          <p:cNvPr id="4" name="Shape 2"/>
          <p:cNvSpPr/>
          <p:nvPr/>
        </p:nvSpPr>
        <p:spPr>
          <a:xfrm>
            <a:off x="457200" y="1325880"/>
            <a:ext cx="4480560" cy="3246120"/>
          </a:xfrm>
          <a:prstGeom prst="roundRect">
            <a:avLst>
              <a:gd name="adj" fmla="val 1690"/>
            </a:avLst>
          </a:prstGeom>
          <a:solidFill>
            <a:srgbClr val="FFFFFF"/>
          </a:solidFill>
          <a:ln w="15875">
            <a:solidFill>
              <a:srgbClr val="D9DAD6"/>
            </a:solidFill>
            <a:prstDash val="solid"/>
          </a:ln>
          <a:effectLst>
            <a:outerShdw sx="100000" sy="100000" kx="0" ky="0" algn="bl" rotWithShape="0" blurRad="88900" dist="25400" dir="2700000">
              <a:srgbClr val="000000">
                <a:alpha val="14000"/>
              </a:srgbClr>
            </a:outerShdw>
          </a:effectLst>
        </p:spPr>
      </p:sp>
      <p:sp>
        <p:nvSpPr>
          <p:cNvPr id="5" name="Text 3"/>
          <p:cNvSpPr/>
          <p:nvPr/>
        </p:nvSpPr>
        <p:spPr>
          <a:xfrm>
            <a:off x="640080" y="1435608"/>
            <a:ext cx="4114800" cy="274320"/>
          </a:xfrm>
          <a:prstGeom prst="rect">
            <a:avLst/>
          </a:prstGeom>
          <a:noFill/>
          <a:ln/>
        </p:spPr>
        <p:txBody>
          <a:bodyPr wrap="square" lIns="0" tIns="0" rIns="0" bIns="0" rtlCol="0" anchor="ctr"/>
          <a:lstStyle/>
          <a:p>
            <a:pPr algn="ctr" indent="0" marL="0">
              <a:buNone/>
            </a:pPr>
            <a:r>
              <a:rPr lang="en-US" sz="1150" b="1" dirty="0">
                <a:solidFill>
                  <a:srgbClr val="004750"/>
                </a:solidFill>
                <a:latin typeface="Courier New" pitchFamily="34" charset="0"/>
                <a:ea typeface="Courier New" pitchFamily="34" charset="-122"/>
                <a:cs typeface="Courier New" pitchFamily="34" charset="-120"/>
              </a:rPr>
              <a:t>Table 14.1.1: Demographic Characteristics</a:t>
            </a:r>
            <a:endParaRPr lang="en-US" sz="1150" dirty="0"/>
          </a:p>
        </p:txBody>
      </p:sp>
      <p:sp>
        <p:nvSpPr>
          <p:cNvPr id="6" name="Text 4"/>
          <p:cNvSpPr/>
          <p:nvPr/>
        </p:nvSpPr>
        <p:spPr>
          <a:xfrm>
            <a:off x="640080" y="1709928"/>
            <a:ext cx="4114800" cy="237744"/>
          </a:xfrm>
          <a:prstGeom prst="rect">
            <a:avLst/>
          </a:prstGeom>
          <a:noFill/>
          <a:ln/>
        </p:spPr>
        <p:txBody>
          <a:bodyPr wrap="square" lIns="0" tIns="0" rIns="0" bIns="0" rtlCol="0" anchor="ctr"/>
          <a:lstStyle/>
          <a:p>
            <a:pPr algn="ctr" indent="0" marL="0">
              <a:buNone/>
            </a:pPr>
            <a:r>
              <a:rPr lang="en-US" sz="950" dirty="0">
                <a:solidFill>
                  <a:srgbClr val="575756"/>
                </a:solidFill>
                <a:latin typeface="Courier New" pitchFamily="34" charset="0"/>
                <a:ea typeface="Courier New" pitchFamily="34" charset="-122"/>
                <a:cs typeface="Courier New" pitchFamily="34" charset="-120"/>
              </a:rPr>
              <a:t>Safety Population  </a:t>
            </a:r>
            <a:pPr algn="ctr" indent="0" marL="0">
              <a:buNone/>
            </a:pPr>
            <a:r>
              <a:rPr lang="en-US" sz="950" b="1" dirty="0">
                <a:solidFill>
                  <a:srgbClr val="632B86"/>
                </a:solidFill>
                <a:latin typeface="Courier New" pitchFamily="34" charset="0"/>
                <a:ea typeface="Courier New" pitchFamily="34" charset="-122"/>
                <a:cs typeface="Courier New" pitchFamily="34" charset="-120"/>
              </a:rPr>
              <a:t>ADSL.SAFFL='Y'</a:t>
            </a:r>
            <a:endParaRPr lang="en-US" sz="950" dirty="0"/>
          </a:p>
        </p:txBody>
      </p:sp>
      <p:sp>
        <p:nvSpPr>
          <p:cNvPr id="7" name="Text 5"/>
          <p:cNvSpPr/>
          <p:nvPr/>
        </p:nvSpPr>
        <p:spPr>
          <a:xfrm>
            <a:off x="548640" y="2039112"/>
            <a:ext cx="1920240" cy="457200"/>
          </a:xfrm>
          <a:prstGeom prst="rect">
            <a:avLst/>
          </a:prstGeom>
          <a:noFill/>
          <a:ln/>
        </p:spPr>
        <p:txBody>
          <a:bodyPr wrap="square" lIns="0" tIns="0" rIns="0" bIns="0" rtlCol="0" anchor="ctr"/>
          <a:lstStyle/>
          <a:p>
            <a:pPr algn="ctr" indent="0" marL="0">
              <a:buNone/>
            </a:pPr>
            <a:endParaRPr lang="en-US" sz="900" dirty="0"/>
          </a:p>
        </p:txBody>
      </p:sp>
      <p:sp>
        <p:nvSpPr>
          <p:cNvPr id="8" name="Text 6"/>
          <p:cNvSpPr/>
          <p:nvPr/>
        </p:nvSpPr>
        <p:spPr>
          <a:xfrm>
            <a:off x="2468880" y="2039112"/>
            <a:ext cx="1188720" cy="457200"/>
          </a:xfrm>
          <a:prstGeom prst="rect">
            <a:avLst/>
          </a:prstGeom>
          <a:noFill/>
          <a:ln/>
        </p:spPr>
        <p:txBody>
          <a:bodyPr wrap="square" lIns="0" tIns="0" rIns="0" bIns="0" rtlCol="0" anchor="ctr"/>
          <a:lstStyle/>
          <a:p>
            <a:pPr algn="ctr" indent="0" marL="0">
              <a:buNone/>
            </a:pPr>
            <a:r>
              <a:rPr lang="en-US" sz="900" b="1" dirty="0">
                <a:solidFill>
                  <a:srgbClr val="004750"/>
                </a:solidFill>
                <a:latin typeface="Courier New" pitchFamily="34" charset="0"/>
                <a:ea typeface="Courier New" pitchFamily="34" charset="-122"/>
                <a:cs typeface="Courier New" pitchFamily="34" charset="-120"/>
              </a:rPr>
              <a:t>Drug A</a:t>
            </a:r>
            <a:endParaRPr lang="en-US" sz="900" dirty="0"/>
          </a:p>
          <a:p>
            <a:pPr algn="ctr" indent="0" marL="0">
              <a:buNone/>
            </a:pPr>
            <a:r>
              <a:rPr lang="en-US" sz="900" b="1" dirty="0">
                <a:solidFill>
                  <a:srgbClr val="004750"/>
                </a:solidFill>
                <a:latin typeface="Courier New" pitchFamily="34" charset="0"/>
                <a:ea typeface="Courier New" pitchFamily="34" charset="-122"/>
                <a:cs typeface="Courier New" pitchFamily="34" charset="-120"/>
              </a:rPr>
              <a:t>N=XXX</a:t>
            </a:r>
            <a:endParaRPr lang="en-US" sz="900" dirty="0"/>
          </a:p>
        </p:txBody>
      </p:sp>
      <p:sp>
        <p:nvSpPr>
          <p:cNvPr id="9" name="Text 7"/>
          <p:cNvSpPr/>
          <p:nvPr/>
        </p:nvSpPr>
        <p:spPr>
          <a:xfrm>
            <a:off x="3657600" y="2039112"/>
            <a:ext cx="1188720" cy="457200"/>
          </a:xfrm>
          <a:prstGeom prst="rect">
            <a:avLst/>
          </a:prstGeom>
          <a:noFill/>
          <a:ln/>
        </p:spPr>
        <p:txBody>
          <a:bodyPr wrap="square" lIns="0" tIns="0" rIns="0" bIns="0" rtlCol="0" anchor="ctr"/>
          <a:lstStyle/>
          <a:p>
            <a:pPr algn="ctr" indent="0" marL="0">
              <a:buNone/>
            </a:pPr>
            <a:r>
              <a:rPr lang="en-US" sz="900" b="1" dirty="0">
                <a:solidFill>
                  <a:srgbClr val="004750"/>
                </a:solidFill>
                <a:latin typeface="Courier New" pitchFamily="34" charset="0"/>
                <a:ea typeface="Courier New" pitchFamily="34" charset="-122"/>
                <a:cs typeface="Courier New" pitchFamily="34" charset="-120"/>
              </a:rPr>
              <a:t>Placebo</a:t>
            </a:r>
            <a:endParaRPr lang="en-US" sz="900" dirty="0"/>
          </a:p>
          <a:p>
            <a:pPr algn="ctr" indent="0" marL="0">
              <a:buNone/>
            </a:pPr>
            <a:r>
              <a:rPr lang="en-US" sz="900" b="1" dirty="0">
                <a:solidFill>
                  <a:srgbClr val="004750"/>
                </a:solidFill>
                <a:latin typeface="Courier New" pitchFamily="34" charset="0"/>
                <a:ea typeface="Courier New" pitchFamily="34" charset="-122"/>
                <a:cs typeface="Courier New" pitchFamily="34" charset="-120"/>
              </a:rPr>
              <a:t>N=XXX</a:t>
            </a:r>
            <a:endParaRPr lang="en-US" sz="900" dirty="0"/>
          </a:p>
        </p:txBody>
      </p:sp>
      <p:sp>
        <p:nvSpPr>
          <p:cNvPr id="10" name="Shape 8"/>
          <p:cNvSpPr/>
          <p:nvPr/>
        </p:nvSpPr>
        <p:spPr>
          <a:xfrm>
            <a:off x="548640" y="2514600"/>
            <a:ext cx="4297680" cy="0"/>
          </a:xfrm>
          <a:prstGeom prst="line">
            <a:avLst/>
          </a:prstGeom>
          <a:noFill/>
          <a:ln w="19050">
            <a:solidFill>
              <a:srgbClr val="004750"/>
            </a:solidFill>
            <a:prstDash val="solid"/>
          </a:ln>
        </p:spPr>
      </p:sp>
      <p:sp>
        <p:nvSpPr>
          <p:cNvPr id="11" name="Text 9"/>
          <p:cNvSpPr/>
          <p:nvPr/>
        </p:nvSpPr>
        <p:spPr>
          <a:xfrm>
            <a:off x="594360" y="2587752"/>
            <a:ext cx="1920240" cy="274320"/>
          </a:xfrm>
          <a:prstGeom prst="rect">
            <a:avLst/>
          </a:prstGeom>
          <a:noFill/>
          <a:ln/>
        </p:spPr>
        <p:txBody>
          <a:bodyPr wrap="square" lIns="0" tIns="0" rIns="0" bIns="0" rtlCol="0" anchor="ctr"/>
          <a:lstStyle/>
          <a:p>
            <a:pPr indent="0" marL="0">
              <a:buNone/>
            </a:pPr>
            <a:r>
              <a:rPr lang="en-US" sz="950" b="1" dirty="0">
                <a:solidFill>
                  <a:srgbClr val="004750"/>
                </a:solidFill>
                <a:latin typeface="Courier New" pitchFamily="34" charset="0"/>
                <a:ea typeface="Courier New" pitchFamily="34" charset="-122"/>
                <a:cs typeface="Courier New" pitchFamily="34" charset="-120"/>
              </a:rPr>
              <a:t>Age (years)  </a:t>
            </a:r>
            <a:pPr indent="0" marL="0">
              <a:buNone/>
            </a:pPr>
            <a:r>
              <a:rPr lang="en-US" sz="950" b="1" dirty="0">
                <a:solidFill>
                  <a:srgbClr val="632B86"/>
                </a:solidFill>
                <a:latin typeface="Courier New" pitchFamily="34" charset="0"/>
                <a:ea typeface="Courier New" pitchFamily="34" charset="-122"/>
                <a:cs typeface="Courier New" pitchFamily="34" charset="-120"/>
              </a:rPr>
              <a:t>ADSL.AGE</a:t>
            </a:r>
            <a:endParaRPr lang="en-US" sz="950" dirty="0"/>
          </a:p>
        </p:txBody>
      </p:sp>
      <p:sp>
        <p:nvSpPr>
          <p:cNvPr id="12" name="Text 10"/>
          <p:cNvSpPr/>
          <p:nvPr/>
        </p:nvSpPr>
        <p:spPr>
          <a:xfrm>
            <a:off x="594360" y="2880360"/>
            <a:ext cx="1920240" cy="274320"/>
          </a:xfrm>
          <a:prstGeom prst="rect">
            <a:avLst/>
          </a:prstGeom>
          <a:noFill/>
          <a:ln/>
        </p:spPr>
        <p:txBody>
          <a:bodyPr wrap="square" lIns="0" tIns="0" rIns="0" bIns="0" rtlCol="0" anchor="ctr"/>
          <a:lstStyle/>
          <a:p>
            <a:pPr indent="0" marL="0">
              <a:buNone/>
            </a:pPr>
            <a:r>
              <a:rPr lang="en-US" sz="950" dirty="0">
                <a:solidFill>
                  <a:srgbClr val="575756"/>
                </a:solidFill>
                <a:latin typeface="Courier New" pitchFamily="34" charset="0"/>
                <a:ea typeface="Courier New" pitchFamily="34" charset="-122"/>
                <a:cs typeface="Courier New" pitchFamily="34" charset="-120"/>
              </a:rPr>
              <a:t>  n</a:t>
            </a:r>
            <a:endParaRPr lang="en-US" sz="950" dirty="0"/>
          </a:p>
        </p:txBody>
      </p:sp>
      <p:sp>
        <p:nvSpPr>
          <p:cNvPr id="13" name="Text 11"/>
          <p:cNvSpPr/>
          <p:nvPr/>
        </p:nvSpPr>
        <p:spPr>
          <a:xfrm>
            <a:off x="2468880" y="2880360"/>
            <a:ext cx="1188720" cy="274320"/>
          </a:xfrm>
          <a:prstGeom prst="rect">
            <a:avLst/>
          </a:prstGeom>
          <a:noFill/>
          <a:ln/>
        </p:spPr>
        <p:txBody>
          <a:bodyPr wrap="square" lIns="0" tIns="0" rIns="0" bIns="0" rtlCol="0" anchor="ctr"/>
          <a:lstStyle/>
          <a:p>
            <a:pPr algn="ctr" indent="0" marL="0">
              <a:buNone/>
            </a:pPr>
            <a:r>
              <a:rPr lang="en-US" sz="950" dirty="0">
                <a:solidFill>
                  <a:srgbClr val="6A696D"/>
                </a:solidFill>
                <a:latin typeface="Courier New" pitchFamily="34" charset="0"/>
                <a:ea typeface="Courier New" pitchFamily="34" charset="-122"/>
                <a:cs typeface="Courier New" pitchFamily="34" charset="-120"/>
              </a:rPr>
              <a:t>xxx</a:t>
            </a:r>
            <a:endParaRPr lang="en-US" sz="950" dirty="0"/>
          </a:p>
        </p:txBody>
      </p:sp>
      <p:sp>
        <p:nvSpPr>
          <p:cNvPr id="14" name="Text 12"/>
          <p:cNvSpPr/>
          <p:nvPr/>
        </p:nvSpPr>
        <p:spPr>
          <a:xfrm>
            <a:off x="3657600" y="2880360"/>
            <a:ext cx="1188720" cy="274320"/>
          </a:xfrm>
          <a:prstGeom prst="rect">
            <a:avLst/>
          </a:prstGeom>
          <a:noFill/>
          <a:ln/>
        </p:spPr>
        <p:txBody>
          <a:bodyPr wrap="square" lIns="0" tIns="0" rIns="0" bIns="0" rtlCol="0" anchor="ctr"/>
          <a:lstStyle/>
          <a:p>
            <a:pPr algn="ctr" indent="0" marL="0">
              <a:buNone/>
            </a:pPr>
            <a:r>
              <a:rPr lang="en-US" sz="950" dirty="0">
                <a:solidFill>
                  <a:srgbClr val="6A696D"/>
                </a:solidFill>
                <a:latin typeface="Courier New" pitchFamily="34" charset="0"/>
                <a:ea typeface="Courier New" pitchFamily="34" charset="-122"/>
                <a:cs typeface="Courier New" pitchFamily="34" charset="-120"/>
              </a:rPr>
              <a:t>xxx</a:t>
            </a:r>
            <a:endParaRPr lang="en-US" sz="950" dirty="0"/>
          </a:p>
        </p:txBody>
      </p:sp>
      <p:sp>
        <p:nvSpPr>
          <p:cNvPr id="15" name="Text 13"/>
          <p:cNvSpPr/>
          <p:nvPr/>
        </p:nvSpPr>
        <p:spPr>
          <a:xfrm>
            <a:off x="594360" y="3172968"/>
            <a:ext cx="1920240" cy="274320"/>
          </a:xfrm>
          <a:prstGeom prst="rect">
            <a:avLst/>
          </a:prstGeom>
          <a:noFill/>
          <a:ln/>
        </p:spPr>
        <p:txBody>
          <a:bodyPr wrap="square" lIns="0" tIns="0" rIns="0" bIns="0" rtlCol="0" anchor="ctr"/>
          <a:lstStyle/>
          <a:p>
            <a:pPr indent="0" marL="0">
              <a:buNone/>
            </a:pPr>
            <a:r>
              <a:rPr lang="en-US" sz="950" dirty="0">
                <a:solidFill>
                  <a:srgbClr val="575756"/>
                </a:solidFill>
                <a:latin typeface="Courier New" pitchFamily="34" charset="0"/>
                <a:ea typeface="Courier New" pitchFamily="34" charset="-122"/>
                <a:cs typeface="Courier New" pitchFamily="34" charset="-120"/>
              </a:rPr>
              <a:t>  Mean (SD)</a:t>
            </a:r>
            <a:endParaRPr lang="en-US" sz="950" dirty="0"/>
          </a:p>
        </p:txBody>
      </p:sp>
      <p:sp>
        <p:nvSpPr>
          <p:cNvPr id="16" name="Text 14"/>
          <p:cNvSpPr/>
          <p:nvPr/>
        </p:nvSpPr>
        <p:spPr>
          <a:xfrm>
            <a:off x="2468880" y="3172968"/>
            <a:ext cx="1188720" cy="274320"/>
          </a:xfrm>
          <a:prstGeom prst="rect">
            <a:avLst/>
          </a:prstGeom>
          <a:noFill/>
          <a:ln/>
        </p:spPr>
        <p:txBody>
          <a:bodyPr wrap="square" lIns="0" tIns="0" rIns="0" bIns="0" rtlCol="0" anchor="ctr"/>
          <a:lstStyle/>
          <a:p>
            <a:pPr algn="ctr" indent="0" marL="0">
              <a:buNone/>
            </a:pPr>
            <a:r>
              <a:rPr lang="en-US" sz="950" dirty="0">
                <a:solidFill>
                  <a:srgbClr val="6A696D"/>
                </a:solidFill>
                <a:latin typeface="Courier New" pitchFamily="34" charset="0"/>
                <a:ea typeface="Courier New" pitchFamily="34" charset="-122"/>
                <a:cs typeface="Courier New" pitchFamily="34" charset="-120"/>
              </a:rPr>
              <a:t>xx.x (xx.xx)</a:t>
            </a:r>
            <a:endParaRPr lang="en-US" sz="950" dirty="0"/>
          </a:p>
        </p:txBody>
      </p:sp>
      <p:sp>
        <p:nvSpPr>
          <p:cNvPr id="17" name="Text 15"/>
          <p:cNvSpPr/>
          <p:nvPr/>
        </p:nvSpPr>
        <p:spPr>
          <a:xfrm>
            <a:off x="3657600" y="3172968"/>
            <a:ext cx="1188720" cy="274320"/>
          </a:xfrm>
          <a:prstGeom prst="rect">
            <a:avLst/>
          </a:prstGeom>
          <a:noFill/>
          <a:ln/>
        </p:spPr>
        <p:txBody>
          <a:bodyPr wrap="square" lIns="0" tIns="0" rIns="0" bIns="0" rtlCol="0" anchor="ctr"/>
          <a:lstStyle/>
          <a:p>
            <a:pPr algn="ctr" indent="0" marL="0">
              <a:buNone/>
            </a:pPr>
            <a:r>
              <a:rPr lang="en-US" sz="950" dirty="0">
                <a:solidFill>
                  <a:srgbClr val="6A696D"/>
                </a:solidFill>
                <a:latin typeface="Courier New" pitchFamily="34" charset="0"/>
                <a:ea typeface="Courier New" pitchFamily="34" charset="-122"/>
                <a:cs typeface="Courier New" pitchFamily="34" charset="-120"/>
              </a:rPr>
              <a:t>xx.x (xx.xx)</a:t>
            </a:r>
            <a:endParaRPr lang="en-US" sz="950" dirty="0"/>
          </a:p>
        </p:txBody>
      </p:sp>
      <p:sp>
        <p:nvSpPr>
          <p:cNvPr id="18" name="Text 16"/>
          <p:cNvSpPr/>
          <p:nvPr/>
        </p:nvSpPr>
        <p:spPr>
          <a:xfrm>
            <a:off x="594360" y="3465576"/>
            <a:ext cx="1920240" cy="274320"/>
          </a:xfrm>
          <a:prstGeom prst="rect">
            <a:avLst/>
          </a:prstGeom>
          <a:noFill/>
          <a:ln/>
        </p:spPr>
        <p:txBody>
          <a:bodyPr wrap="square" lIns="0" tIns="0" rIns="0" bIns="0" rtlCol="0" anchor="ctr"/>
          <a:lstStyle/>
          <a:p>
            <a:pPr indent="0" marL="0">
              <a:buNone/>
            </a:pPr>
            <a:r>
              <a:rPr lang="en-US" sz="950" dirty="0">
                <a:solidFill>
                  <a:srgbClr val="575756"/>
                </a:solidFill>
                <a:latin typeface="Courier New" pitchFamily="34" charset="0"/>
                <a:ea typeface="Courier New" pitchFamily="34" charset="-122"/>
                <a:cs typeface="Courier New" pitchFamily="34" charset="-120"/>
              </a:rPr>
              <a:t>  Median</a:t>
            </a:r>
            <a:endParaRPr lang="en-US" sz="950" dirty="0"/>
          </a:p>
        </p:txBody>
      </p:sp>
      <p:sp>
        <p:nvSpPr>
          <p:cNvPr id="19" name="Text 17"/>
          <p:cNvSpPr/>
          <p:nvPr/>
        </p:nvSpPr>
        <p:spPr>
          <a:xfrm>
            <a:off x="2468880" y="3465576"/>
            <a:ext cx="1188720" cy="274320"/>
          </a:xfrm>
          <a:prstGeom prst="rect">
            <a:avLst/>
          </a:prstGeom>
          <a:noFill/>
          <a:ln/>
        </p:spPr>
        <p:txBody>
          <a:bodyPr wrap="square" lIns="0" tIns="0" rIns="0" bIns="0" rtlCol="0" anchor="ctr"/>
          <a:lstStyle/>
          <a:p>
            <a:pPr algn="ctr" indent="0" marL="0">
              <a:buNone/>
            </a:pPr>
            <a:r>
              <a:rPr lang="en-US" sz="950" dirty="0">
                <a:solidFill>
                  <a:srgbClr val="6A696D"/>
                </a:solidFill>
                <a:latin typeface="Courier New" pitchFamily="34" charset="0"/>
                <a:ea typeface="Courier New" pitchFamily="34" charset="-122"/>
                <a:cs typeface="Courier New" pitchFamily="34" charset="-120"/>
              </a:rPr>
              <a:t>xx.x</a:t>
            </a:r>
            <a:endParaRPr lang="en-US" sz="950" dirty="0"/>
          </a:p>
        </p:txBody>
      </p:sp>
      <p:sp>
        <p:nvSpPr>
          <p:cNvPr id="20" name="Text 18"/>
          <p:cNvSpPr/>
          <p:nvPr/>
        </p:nvSpPr>
        <p:spPr>
          <a:xfrm>
            <a:off x="3657600" y="3465576"/>
            <a:ext cx="1188720" cy="274320"/>
          </a:xfrm>
          <a:prstGeom prst="rect">
            <a:avLst/>
          </a:prstGeom>
          <a:noFill/>
          <a:ln/>
        </p:spPr>
        <p:txBody>
          <a:bodyPr wrap="square" lIns="0" tIns="0" rIns="0" bIns="0" rtlCol="0" anchor="ctr"/>
          <a:lstStyle/>
          <a:p>
            <a:pPr algn="ctr" indent="0" marL="0">
              <a:buNone/>
            </a:pPr>
            <a:r>
              <a:rPr lang="en-US" sz="950" dirty="0">
                <a:solidFill>
                  <a:srgbClr val="6A696D"/>
                </a:solidFill>
                <a:latin typeface="Courier New" pitchFamily="34" charset="0"/>
                <a:ea typeface="Courier New" pitchFamily="34" charset="-122"/>
                <a:cs typeface="Courier New" pitchFamily="34" charset="-120"/>
              </a:rPr>
              <a:t>xx.x</a:t>
            </a:r>
            <a:endParaRPr lang="en-US" sz="950" dirty="0"/>
          </a:p>
        </p:txBody>
      </p:sp>
      <p:sp>
        <p:nvSpPr>
          <p:cNvPr id="21" name="Shape 19"/>
          <p:cNvSpPr/>
          <p:nvPr/>
        </p:nvSpPr>
        <p:spPr>
          <a:xfrm>
            <a:off x="548640" y="3776472"/>
            <a:ext cx="4297680" cy="0"/>
          </a:xfrm>
          <a:prstGeom prst="line">
            <a:avLst/>
          </a:prstGeom>
          <a:noFill/>
          <a:ln w="12700">
            <a:solidFill>
              <a:srgbClr val="D9DAD6"/>
            </a:solidFill>
            <a:prstDash val="solid"/>
          </a:ln>
        </p:spPr>
      </p:sp>
      <p:sp>
        <p:nvSpPr>
          <p:cNvPr id="22" name="Text 20"/>
          <p:cNvSpPr/>
          <p:nvPr/>
        </p:nvSpPr>
        <p:spPr>
          <a:xfrm>
            <a:off x="594360" y="3849624"/>
            <a:ext cx="4206240" cy="237744"/>
          </a:xfrm>
          <a:prstGeom prst="rect">
            <a:avLst/>
          </a:prstGeom>
          <a:noFill/>
          <a:ln/>
        </p:spPr>
        <p:txBody>
          <a:bodyPr wrap="square" lIns="0" tIns="0" rIns="0" bIns="0" rtlCol="0" anchor="ctr"/>
          <a:lstStyle/>
          <a:p>
            <a:pPr indent="0" marL="0">
              <a:buNone/>
            </a:pPr>
            <a:r>
              <a:rPr lang="en-US" sz="900" dirty="0">
                <a:solidFill>
                  <a:srgbClr val="6A696D"/>
                </a:solidFill>
                <a:latin typeface="Courier New" pitchFamily="34" charset="0"/>
                <a:ea typeface="Courier New" pitchFamily="34" charset="-122"/>
                <a:cs typeface="Courier New" pitchFamily="34" charset="-120"/>
              </a:rPr>
              <a:t>Grouping: </a:t>
            </a:r>
            <a:pPr indent="0" marL="0">
              <a:buNone/>
            </a:pPr>
            <a:r>
              <a:rPr lang="en-US" sz="900" b="1" dirty="0">
                <a:solidFill>
                  <a:srgbClr val="632B86"/>
                </a:solidFill>
                <a:latin typeface="Courier New" pitchFamily="34" charset="0"/>
                <a:ea typeface="Courier New" pitchFamily="34" charset="-122"/>
                <a:cs typeface="Courier New" pitchFamily="34" charset="-120"/>
              </a:rPr>
              <a:t>TRT01A</a:t>
            </a:r>
            <a:pPr indent="0" marL="0">
              <a:buNone/>
            </a:pPr>
            <a:r>
              <a:rPr lang="en-US" sz="900" dirty="0">
                <a:solidFill>
                  <a:srgbClr val="6A696D"/>
                </a:solidFill>
                <a:latin typeface="Courier New" pitchFamily="34" charset="0"/>
                <a:ea typeface="Courier New" pitchFamily="34" charset="-122"/>
                <a:cs typeface="Courier New" pitchFamily="34" charset="-120"/>
              </a:rPr>
              <a:t>   Format: </a:t>
            </a:r>
            <a:pPr indent="0" marL="0">
              <a:buNone/>
            </a:pPr>
            <a:r>
              <a:rPr lang="en-US" sz="900" b="1" dirty="0">
                <a:solidFill>
                  <a:srgbClr val="632B86"/>
                </a:solidFill>
                <a:latin typeface="Courier New" pitchFamily="34" charset="0"/>
                <a:ea typeface="Courier New" pitchFamily="34" charset="-122"/>
                <a:cs typeface="Courier New" pitchFamily="34" charset="-120"/>
              </a:rPr>
              <a:t>XX.X</a:t>
            </a:r>
            <a:pPr indent="0" marL="0">
              <a:buNone/>
            </a:pPr>
            <a:r>
              <a:rPr lang="en-US" sz="900" dirty="0">
                <a:solidFill>
                  <a:srgbClr val="6A696D"/>
                </a:solidFill>
                <a:latin typeface="Courier New" pitchFamily="34" charset="0"/>
                <a:ea typeface="Courier New" pitchFamily="34" charset="-122"/>
                <a:cs typeface="Courier New" pitchFamily="34" charset="-120"/>
              </a:rPr>
              <a:t>   Per SAP §8.1</a:t>
            </a:r>
            <a:endParaRPr lang="en-US" sz="900" dirty="0"/>
          </a:p>
        </p:txBody>
      </p:sp>
      <p:sp>
        <p:nvSpPr>
          <p:cNvPr id="23" name="Text 21"/>
          <p:cNvSpPr/>
          <p:nvPr/>
        </p:nvSpPr>
        <p:spPr>
          <a:xfrm>
            <a:off x="594360" y="4105656"/>
            <a:ext cx="4206240" cy="219456"/>
          </a:xfrm>
          <a:prstGeom prst="rect">
            <a:avLst/>
          </a:prstGeom>
          <a:noFill/>
          <a:ln/>
        </p:spPr>
        <p:txBody>
          <a:bodyPr wrap="square" lIns="0" tIns="0" rIns="0" bIns="0" rtlCol="0" anchor="ctr"/>
          <a:lstStyle/>
          <a:p>
            <a:pPr indent="0" marL="0">
              <a:buNone/>
            </a:pPr>
            <a:r>
              <a:rPr lang="en-US" sz="850" i="1" dirty="0">
                <a:solidFill>
                  <a:srgbClr val="6A696D"/>
                </a:solidFill>
                <a:latin typeface="Courier New" pitchFamily="34" charset="0"/>
                <a:ea typeface="Courier New" pitchFamily="34" charset="-122"/>
                <a:cs typeface="Courier New" pitchFamily="34" charset="-120"/>
              </a:rPr>
              <a:t>footnote: analysis population per protocol section 3.2</a:t>
            </a:r>
            <a:endParaRPr lang="en-US" sz="850" dirty="0"/>
          </a:p>
        </p:txBody>
      </p:sp>
      <p:sp>
        <p:nvSpPr>
          <p:cNvPr id="24" name="Text 22"/>
          <p:cNvSpPr/>
          <p:nvPr/>
        </p:nvSpPr>
        <p:spPr>
          <a:xfrm>
            <a:off x="5303520" y="1371600"/>
            <a:ext cx="3383280" cy="274320"/>
          </a:xfrm>
          <a:prstGeom prst="rect">
            <a:avLst/>
          </a:prstGeom>
          <a:noFill/>
          <a:ln/>
        </p:spPr>
        <p:txBody>
          <a:bodyPr wrap="square" lIns="0" tIns="0" rIns="0" bIns="0" rtlCol="0" anchor="ctr"/>
          <a:lstStyle/>
          <a:p>
            <a:pPr indent="0" marL="0">
              <a:buNone/>
            </a:pPr>
            <a:r>
              <a:rPr lang="en-US" sz="1400" b="1" dirty="0">
                <a:solidFill>
                  <a:srgbClr val="004750"/>
                </a:solidFill>
                <a:latin typeface="Arial" pitchFamily="34" charset="0"/>
                <a:ea typeface="Arial" pitchFamily="34" charset="-122"/>
                <a:cs typeface="Arial" pitchFamily="34" charset="-120"/>
              </a:rPr>
              <a:t>One shell already specifies:</a:t>
            </a:r>
            <a:endParaRPr lang="en-US" sz="1400" dirty="0"/>
          </a:p>
        </p:txBody>
      </p:sp>
      <p:sp>
        <p:nvSpPr>
          <p:cNvPr id="25" name="Text 23"/>
          <p:cNvSpPr/>
          <p:nvPr/>
        </p:nvSpPr>
        <p:spPr>
          <a:xfrm>
            <a:off x="5303520" y="1737360"/>
            <a:ext cx="3383280" cy="2377440"/>
          </a:xfrm>
          <a:prstGeom prst="rect">
            <a:avLst/>
          </a:prstGeom>
          <a:noFill/>
          <a:ln/>
        </p:spPr>
        <p:txBody>
          <a:bodyPr wrap="square" lIns="0" tIns="0" rIns="0" bIns="0" rtlCol="0" anchor="ctr"/>
          <a:lstStyle/>
          <a:p>
            <a:pPr marL="177800" indent="-177800">
              <a:spcAft>
                <a:spcPts val="700"/>
              </a:spcAft>
              <a:buSzPct val="100000"/>
              <a:buChar char="✓"/>
            </a:pPr>
            <a:r>
              <a:rPr lang="en-US" sz="1250" dirty="0">
                <a:solidFill>
                  <a:srgbClr val="575756"/>
                </a:solidFill>
                <a:latin typeface="Arial" pitchFamily="34" charset="0"/>
                <a:ea typeface="Arial" pitchFamily="34" charset="-122"/>
                <a:cs typeface="Arial" pitchFamily="34" charset="-120"/>
              </a:rPr>
              <a:t>Output identifier, title, and subtitle</a:t>
            </a:r>
            <a:endParaRPr lang="en-US" sz="1250" dirty="0"/>
          </a:p>
          <a:p>
            <a:pPr marL="177800" indent="-177800">
              <a:spcAft>
                <a:spcPts val="700"/>
              </a:spcAft>
              <a:buSzPct val="100000"/>
              <a:buChar char="✓"/>
            </a:pPr>
            <a:r>
              <a:rPr lang="en-US" sz="1250" dirty="0">
                <a:solidFill>
                  <a:srgbClr val="575756"/>
                </a:solidFill>
                <a:latin typeface="Arial" pitchFamily="34" charset="0"/>
                <a:ea typeface="Arial" pitchFamily="34" charset="-122"/>
                <a:cs typeface="Arial" pitchFamily="34" charset="-120"/>
              </a:rPr>
              <a:t>Population and analysis set</a:t>
            </a:r>
            <a:endParaRPr lang="en-US" sz="1250" dirty="0"/>
          </a:p>
          <a:p>
            <a:pPr marL="177800" indent="-177800">
              <a:spcAft>
                <a:spcPts val="700"/>
              </a:spcAft>
              <a:buSzPct val="100000"/>
              <a:buChar char="✓"/>
            </a:pPr>
            <a:r>
              <a:rPr lang="en-US" sz="1250" dirty="0">
                <a:solidFill>
                  <a:srgbClr val="575756"/>
                </a:solidFill>
                <a:latin typeface="Arial" pitchFamily="34" charset="0"/>
                <a:ea typeface="Arial" pitchFamily="34" charset="-122"/>
                <a:cs typeface="Arial" pitchFamily="34" charset="-120"/>
              </a:rPr>
              <a:t>Source dataset and variables</a:t>
            </a:r>
            <a:endParaRPr lang="en-US" sz="1250" dirty="0"/>
          </a:p>
          <a:p>
            <a:pPr marL="177800" indent="-177800">
              <a:spcAft>
                <a:spcPts val="700"/>
              </a:spcAft>
              <a:buSzPct val="100000"/>
              <a:buChar char="✓"/>
            </a:pPr>
            <a:r>
              <a:rPr lang="en-US" sz="1250" dirty="0">
                <a:solidFill>
                  <a:srgbClr val="575756"/>
                </a:solidFill>
                <a:latin typeface="Arial" pitchFamily="34" charset="0"/>
                <a:ea typeface="Arial" pitchFamily="34" charset="-122"/>
                <a:cs typeface="Arial" pitchFamily="34" charset="-120"/>
              </a:rPr>
              <a:t>Statistics and analysis method</a:t>
            </a:r>
            <a:endParaRPr lang="en-US" sz="1250" dirty="0"/>
          </a:p>
          <a:p>
            <a:pPr marL="177800" indent="-177800">
              <a:spcAft>
                <a:spcPts val="700"/>
              </a:spcAft>
              <a:buSzPct val="100000"/>
              <a:buChar char="✓"/>
            </a:pPr>
            <a:r>
              <a:rPr lang="en-US" sz="1250" dirty="0">
                <a:solidFill>
                  <a:srgbClr val="575756"/>
                </a:solidFill>
                <a:latin typeface="Arial" pitchFamily="34" charset="0"/>
                <a:ea typeface="Arial" pitchFamily="34" charset="-122"/>
                <a:cs typeface="Arial" pitchFamily="34" charset="-120"/>
              </a:rPr>
              <a:t>Grouping and display structure</a:t>
            </a:r>
            <a:endParaRPr lang="en-US" sz="1250" dirty="0"/>
          </a:p>
          <a:p>
            <a:pPr marL="177800" indent="-177800">
              <a:spcAft>
                <a:spcPts val="700"/>
              </a:spcAft>
              <a:buSzPct val="100000"/>
              <a:buChar char="✓"/>
            </a:pPr>
            <a:r>
              <a:rPr lang="en-US" sz="1250" dirty="0">
                <a:solidFill>
                  <a:srgbClr val="575756"/>
                </a:solidFill>
                <a:latin typeface="Arial" pitchFamily="34" charset="0"/>
                <a:ea typeface="Arial" pitchFamily="34" charset="-122"/>
                <a:cs typeface="Arial" pitchFamily="34" charset="-120"/>
              </a:rPr>
              <a:t>Formats, footnotes, SAP references</a:t>
            </a:r>
            <a:endParaRPr lang="en-US" sz="1250" dirty="0"/>
          </a:p>
          <a:p>
            <a:pPr indent="0" marL="0">
              <a:spcAft>
                <a:spcPts val="700"/>
              </a:spcAft>
              <a:buNone/>
            </a:pPr>
            <a:r>
              <a:rPr lang="en-US" sz="1250" b="1" dirty="0">
                <a:solidFill>
                  <a:srgbClr val="632B86"/>
                </a:solidFill>
                <a:latin typeface="Arial" pitchFamily="34" charset="0"/>
                <a:ea typeface="Arial" pitchFamily="34" charset="-122"/>
                <a:cs typeface="Arial" pitchFamily="34" charset="-120"/>
              </a:rPr>
              <a:t>… in short: the analysis intent</a:t>
            </a:r>
            <a:endParaRPr lang="en-US" sz="1250" dirty="0"/>
          </a:p>
        </p:txBody>
      </p:sp>
      <p:sp>
        <p:nvSpPr>
          <p:cNvPr id="26" name="Shape 24"/>
          <p:cNvSpPr/>
          <p:nvPr/>
        </p:nvSpPr>
        <p:spPr>
          <a:xfrm>
            <a:off x="5303520" y="4114800"/>
            <a:ext cx="3383280" cy="713232"/>
          </a:xfrm>
          <a:prstGeom prst="roundRect">
            <a:avLst>
              <a:gd name="adj" fmla="val 10256"/>
            </a:avLst>
          </a:prstGeom>
          <a:solidFill>
            <a:srgbClr val="ECE4F3"/>
          </a:solidFill>
          <a:ln/>
        </p:spPr>
      </p:sp>
      <p:sp>
        <p:nvSpPr>
          <p:cNvPr id="27" name="Text 25"/>
          <p:cNvSpPr/>
          <p:nvPr/>
        </p:nvSpPr>
        <p:spPr>
          <a:xfrm>
            <a:off x="5468112" y="4169664"/>
            <a:ext cx="3063240" cy="603504"/>
          </a:xfrm>
          <a:prstGeom prst="rect">
            <a:avLst/>
          </a:prstGeom>
          <a:noFill/>
          <a:ln/>
        </p:spPr>
        <p:txBody>
          <a:bodyPr wrap="square" lIns="0" tIns="0" rIns="0" bIns="0" rtlCol="0" anchor="ctr"/>
          <a:lstStyle/>
          <a:p>
            <a:pPr indent="0" marL="0">
              <a:buNone/>
            </a:pPr>
            <a:r>
              <a:rPr lang="en-US" sz="1100" b="1" dirty="0">
                <a:solidFill>
                  <a:srgbClr val="632B86"/>
                </a:solidFill>
                <a:latin typeface="Arial" pitchFamily="34" charset="0"/>
                <a:ea typeface="Arial" pitchFamily="34" charset="-122"/>
                <a:cs typeface="Arial" pitchFamily="34" charset="-120"/>
              </a:rPr>
              <a:t>Shells capture business and reporting intent in a form clinical teams already trust.</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900" name="BrandBar"/>
          <p:cNvSpPr/>
          <p:nvPr/>
        </p:nvSpPr>
        <p:spPr>
          <a:xfrm>
            <a:off x="0" y="0"/>
            <a:ext cx="9144000" cy="777240"/>
          </a:xfrm>
          <a:prstGeom prst="rect">
            <a:avLst/>
          </a:prstGeom>
          <a:solidFill>
            <a:srgbClr val="128474"/>
          </a:solidFill>
          <a:ln>
            <a:noFill/>
          </a:ln>
        </p:spPr>
        <p:txBody>
          <a:bodyPr/>
          <a:lstStyle/>
          <a:p/>
        </p:txBody>
      </p:sp>
      <p:sp>
        <p:nvSpPr>
          <p:cNvPr id="901" name="BrandAccent"/>
          <p:cNvSpPr/>
          <p:nvPr/>
        </p:nvSpPr>
        <p:spPr>
          <a:xfrm>
            <a:off x="0" y="777240"/>
            <a:ext cx="9144000" cy="36576"/>
          </a:xfrm>
          <a:prstGeom prst="rect">
            <a:avLst/>
          </a:prstGeom>
          <a:solidFill>
            <a:srgbClr val="94D60A"/>
          </a:solidFill>
          <a:ln>
            <a:noFill/>
          </a:ln>
        </p:spPr>
        <p:txBody>
          <a:bodyPr/>
          <a:lstStyle/>
          <a:p/>
        </p:txBody>
      </p:sp>
      <p:sp>
        <p:nvSpPr>
          <p:cNvPr id="2" name="Text 0"/>
          <p:cNvSpPr/>
          <p:nvPr/>
        </p:nvSpPr>
        <p:spPr>
          <a:xfrm>
            <a:off x="457200" y="82296"/>
            <a:ext cx="8229600" cy="274320"/>
          </a:xfrm>
          <a:prstGeom prst="rect">
            <a:avLst/>
          </a:prstGeom>
          <a:noFill/>
          <a:ln/>
        </p:spPr>
        <p:txBody>
          <a:bodyPr wrap="square" lIns="0" tIns="0" rIns="0" bIns="0" rtlCol="0" anchor="ctr"/>
          <a:lstStyle/>
          <a:p>
            <a:pPr indent="0" marL="0">
              <a:buNone/>
            </a:pPr>
            <a:r>
              <a:rPr sz="1100" lang="en-US" b="1" spc="300" kern="0" dirty="0">
                <a:solidFill>
                  <a:srgbClr val="FFFFFF"/>
                </a:solidFill>
                <a:latin typeface="Arial" pitchFamily="34" charset="0"/>
                <a:ea typeface="Arial" pitchFamily="34" charset="-122"/>
                <a:cs typeface="Arial" pitchFamily="34" charset="-120"/>
              </a:rPr>
              <a:t>THE MAPPING</a:t>
            </a:r>
            <a:endParaRPr sz="1100" lang="en-US" dirty="0"/>
          </a:p>
        </p:txBody>
      </p:sp>
      <p:sp>
        <p:nvSpPr>
          <p:cNvPr id="3" name="Text 1"/>
          <p:cNvSpPr/>
          <p:nvPr/>
        </p:nvSpPr>
        <p:spPr>
          <a:xfrm>
            <a:off x="457200" y="297180"/>
            <a:ext cx="8412480" cy="566928"/>
          </a:xfrm>
          <a:prstGeom prst="rect">
            <a:avLst/>
          </a:prstGeom>
          <a:noFill/>
          <a:ln/>
        </p:spPr>
        <p:txBody>
          <a:bodyPr wrap="square" lIns="0" tIns="0" rIns="0" bIns="0" rtlCol="0" anchor="ctr"/>
          <a:lstStyle/>
          <a:p>
            <a:pPr indent="0" marL="0">
              <a:buNone/>
            </a:pPr>
            <a:r>
              <a:rPr sz="2400" lang="en-US" b="1" dirty="0">
                <a:solidFill>
                  <a:srgbClr val="FFFFFF"/>
                </a:solidFill>
                <a:latin typeface="Arial" pitchFamily="34" charset="0"/>
                <a:ea typeface="Arial" pitchFamily="34" charset="-122"/>
                <a:cs typeface="Arial" pitchFamily="34" charset="-120"/>
              </a:rPr>
              <a:t>Every Shell Concept Has an ARS Home</a:t>
            </a:r>
            <a:endParaRPr sz="2400" lang="en-US" dirty="0"/>
          </a:p>
        </p:txBody>
      </p:sp>
      <p:sp>
        <p:nvSpPr>
          <p:cNvPr id="4" name="Text 2"/>
          <p:cNvSpPr/>
          <p:nvPr/>
        </p:nvSpPr>
        <p:spPr>
          <a:xfrm>
            <a:off x="457200" y="1024128"/>
            <a:ext cx="3931920" cy="237744"/>
          </a:xfrm>
          <a:prstGeom prst="rect">
            <a:avLst/>
          </a:prstGeom>
          <a:noFill/>
          <a:ln/>
        </p:spPr>
        <p:txBody>
          <a:bodyPr wrap="square" lIns="0" tIns="0" rIns="0" bIns="0" rtlCol="0" anchor="ctr"/>
          <a:lstStyle/>
          <a:p>
            <a:pPr indent="0" marL="0">
              <a:buNone/>
            </a:pPr>
            <a:r>
              <a:rPr lang="en-US" sz="1050" b="1" spc="200" kern="0" dirty="0">
                <a:solidFill>
                  <a:srgbClr val="632B86"/>
                </a:solidFill>
                <a:latin typeface="Arial" pitchFamily="34" charset="0"/>
                <a:ea typeface="Arial" pitchFamily="34" charset="-122"/>
                <a:cs typeface="Arial" pitchFamily="34" charset="-120"/>
              </a:rPr>
              <a:t>ANNOTATED SHELL SAYS …</a:t>
            </a:r>
            <a:endParaRPr lang="en-US" sz="1050" dirty="0"/>
          </a:p>
        </p:txBody>
      </p:sp>
      <p:sp>
        <p:nvSpPr>
          <p:cNvPr id="5" name="Text 3"/>
          <p:cNvSpPr/>
          <p:nvPr/>
        </p:nvSpPr>
        <p:spPr>
          <a:xfrm>
            <a:off x="5120640" y="1024128"/>
            <a:ext cx="3566160" cy="237744"/>
          </a:xfrm>
          <a:prstGeom prst="rect">
            <a:avLst/>
          </a:prstGeom>
          <a:noFill/>
          <a:ln/>
        </p:spPr>
        <p:txBody>
          <a:bodyPr wrap="square" lIns="0" tIns="0" rIns="0" bIns="0" rtlCol="0" anchor="ctr"/>
          <a:lstStyle/>
          <a:p>
            <a:pPr indent="0" marL="0">
              <a:buNone/>
            </a:pPr>
            <a:r>
              <a:rPr lang="en-US" sz="1050" b="1" spc="200" kern="0" dirty="0">
                <a:solidFill>
                  <a:srgbClr val="1790D0"/>
                </a:solidFill>
                <a:latin typeface="Arial" pitchFamily="34" charset="0"/>
                <a:ea typeface="Arial" pitchFamily="34" charset="-122"/>
                <a:cs typeface="Arial" pitchFamily="34" charset="-120"/>
              </a:rPr>
              <a:t>… ARS / ARD REPRESENTS IT AS</a:t>
            </a:r>
            <a:endParaRPr lang="en-US" sz="1050" dirty="0"/>
          </a:p>
        </p:txBody>
      </p:sp>
      <p:sp>
        <p:nvSpPr>
          <p:cNvPr id="6" name="Shape 4"/>
          <p:cNvSpPr/>
          <p:nvPr/>
        </p:nvSpPr>
        <p:spPr>
          <a:xfrm>
            <a:off x="457200" y="1298448"/>
            <a:ext cx="3931920" cy="402336"/>
          </a:xfrm>
          <a:prstGeom prst="roundRect">
            <a:avLst>
              <a:gd name="adj" fmla="val 13636"/>
            </a:avLst>
          </a:prstGeom>
          <a:solidFill>
            <a:srgbClr val="ECE4F3"/>
          </a:solidFill>
          <a:ln/>
        </p:spPr>
      </p:sp>
      <p:sp>
        <p:nvSpPr>
          <p:cNvPr id="7" name="Text 5"/>
          <p:cNvSpPr/>
          <p:nvPr/>
        </p:nvSpPr>
        <p:spPr>
          <a:xfrm>
            <a:off x="594360" y="1298448"/>
            <a:ext cx="3703320" cy="402336"/>
          </a:xfrm>
          <a:prstGeom prst="rect">
            <a:avLst/>
          </a:prstGeom>
          <a:noFill/>
          <a:ln/>
        </p:spPr>
        <p:txBody>
          <a:bodyPr wrap="square" lIns="0" tIns="0" rIns="0" bIns="0" rtlCol="0" anchor="ctr"/>
          <a:lstStyle/>
          <a:p>
            <a:pPr indent="0" marL="0">
              <a:buNone/>
            </a:pPr>
            <a:r>
              <a:rPr lang="en-US" sz="1050" dirty="0">
                <a:solidFill>
                  <a:srgbClr val="632B86"/>
                </a:solidFill>
                <a:latin typeface="Arial" pitchFamily="34" charset="0"/>
                <a:ea typeface="Arial" pitchFamily="34" charset="-122"/>
                <a:cs typeface="Arial" pitchFamily="34" charset="-120"/>
              </a:rPr>
              <a:t>Table / listing / figure ID  ·  title &amp; subtitle</a:t>
            </a:r>
            <a:endParaRPr lang="en-US" sz="1050" dirty="0"/>
          </a:p>
        </p:txBody>
      </p:sp>
      <p:sp>
        <p:nvSpPr>
          <p:cNvPr id="8" name="Shape 6"/>
          <p:cNvSpPr/>
          <p:nvPr/>
        </p:nvSpPr>
        <p:spPr>
          <a:xfrm>
            <a:off x="4480560" y="1499616"/>
            <a:ext cx="548640" cy="0"/>
          </a:xfrm>
          <a:prstGeom prst="line">
            <a:avLst/>
          </a:prstGeom>
          <a:noFill/>
          <a:ln w="25400">
            <a:solidFill>
              <a:srgbClr val="128474"/>
            </a:solidFill>
            <a:prstDash val="solid"/>
            <a:tailEnd type="triangle"/>
          </a:ln>
        </p:spPr>
      </p:sp>
      <p:sp>
        <p:nvSpPr>
          <p:cNvPr id="9" name="Shape 7"/>
          <p:cNvSpPr/>
          <p:nvPr/>
        </p:nvSpPr>
        <p:spPr>
          <a:xfrm>
            <a:off x="5120640" y="1298448"/>
            <a:ext cx="3566160" cy="402336"/>
          </a:xfrm>
          <a:prstGeom prst="roundRect">
            <a:avLst>
              <a:gd name="adj" fmla="val 13636"/>
            </a:avLst>
          </a:prstGeom>
          <a:solidFill>
            <a:srgbClr val="F2F3ED"/>
          </a:solidFill>
          <a:ln/>
        </p:spPr>
      </p:sp>
      <p:sp>
        <p:nvSpPr>
          <p:cNvPr id="10" name="Text 8"/>
          <p:cNvSpPr/>
          <p:nvPr/>
        </p:nvSpPr>
        <p:spPr>
          <a:xfrm>
            <a:off x="5257800" y="1298448"/>
            <a:ext cx="3337560" cy="402336"/>
          </a:xfrm>
          <a:prstGeom prst="rect">
            <a:avLst/>
          </a:prstGeom>
          <a:noFill/>
          <a:ln/>
        </p:spPr>
        <p:txBody>
          <a:bodyPr wrap="square" lIns="0" tIns="0" rIns="0" bIns="0" rtlCol="0" anchor="ctr"/>
          <a:lstStyle/>
          <a:p>
            <a:pPr indent="0" marL="0">
              <a:buNone/>
            </a:pPr>
            <a:r>
              <a:rPr lang="en-US" sz="1050" b="1" dirty="0">
                <a:solidFill>
                  <a:srgbClr val="128474"/>
                </a:solidFill>
                <a:latin typeface="Courier New" pitchFamily="34" charset="0"/>
                <a:ea typeface="Courier New" pitchFamily="34" charset="-122"/>
                <a:cs typeface="Courier New" pitchFamily="34" charset="-120"/>
              </a:rPr>
              <a:t>Output · display sections</a:t>
            </a:r>
            <a:endParaRPr lang="en-US" sz="1050" dirty="0"/>
          </a:p>
        </p:txBody>
      </p:sp>
      <p:sp>
        <p:nvSpPr>
          <p:cNvPr id="11" name="Shape 9"/>
          <p:cNvSpPr/>
          <p:nvPr/>
        </p:nvSpPr>
        <p:spPr>
          <a:xfrm>
            <a:off x="457200" y="1741932"/>
            <a:ext cx="3931920" cy="402336"/>
          </a:xfrm>
          <a:prstGeom prst="roundRect">
            <a:avLst>
              <a:gd name="adj" fmla="val 13636"/>
            </a:avLst>
          </a:prstGeom>
          <a:solidFill>
            <a:srgbClr val="ECE4F3"/>
          </a:solidFill>
          <a:ln/>
        </p:spPr>
      </p:sp>
      <p:sp>
        <p:nvSpPr>
          <p:cNvPr id="12" name="Text 10"/>
          <p:cNvSpPr/>
          <p:nvPr/>
        </p:nvSpPr>
        <p:spPr>
          <a:xfrm>
            <a:off x="594360" y="1741932"/>
            <a:ext cx="3703320" cy="402336"/>
          </a:xfrm>
          <a:prstGeom prst="rect">
            <a:avLst/>
          </a:prstGeom>
          <a:noFill/>
          <a:ln/>
        </p:spPr>
        <p:txBody>
          <a:bodyPr wrap="square" lIns="0" tIns="0" rIns="0" bIns="0" rtlCol="0" anchor="ctr"/>
          <a:lstStyle/>
          <a:p>
            <a:pPr indent="0" marL="0">
              <a:buNone/>
            </a:pPr>
            <a:r>
              <a:rPr lang="en-US" sz="1050" dirty="0">
                <a:solidFill>
                  <a:srgbClr val="632B86"/>
                </a:solidFill>
                <a:latin typeface="Arial" pitchFamily="34" charset="0"/>
                <a:ea typeface="Arial" pitchFamily="34" charset="-122"/>
                <a:cs typeface="Arial" pitchFamily="34" charset="-120"/>
              </a:rPr>
              <a:t>“Safety Population (SAFFL='Y')”</a:t>
            </a:r>
            <a:endParaRPr lang="en-US" sz="1050" dirty="0"/>
          </a:p>
        </p:txBody>
      </p:sp>
      <p:sp>
        <p:nvSpPr>
          <p:cNvPr id="13" name="Shape 11"/>
          <p:cNvSpPr/>
          <p:nvPr/>
        </p:nvSpPr>
        <p:spPr>
          <a:xfrm>
            <a:off x="4480560" y="1943100"/>
            <a:ext cx="548640" cy="0"/>
          </a:xfrm>
          <a:prstGeom prst="line">
            <a:avLst/>
          </a:prstGeom>
          <a:noFill/>
          <a:ln w="25400">
            <a:solidFill>
              <a:srgbClr val="1790D0"/>
            </a:solidFill>
            <a:prstDash val="solid"/>
            <a:tailEnd type="triangle"/>
          </a:ln>
        </p:spPr>
      </p:sp>
      <p:sp>
        <p:nvSpPr>
          <p:cNvPr id="14" name="Shape 12"/>
          <p:cNvSpPr/>
          <p:nvPr/>
        </p:nvSpPr>
        <p:spPr>
          <a:xfrm>
            <a:off x="5120640" y="1741932"/>
            <a:ext cx="3566160" cy="402336"/>
          </a:xfrm>
          <a:prstGeom prst="roundRect">
            <a:avLst>
              <a:gd name="adj" fmla="val 13636"/>
            </a:avLst>
          </a:prstGeom>
          <a:solidFill>
            <a:srgbClr val="F2F3ED"/>
          </a:solidFill>
          <a:ln/>
        </p:spPr>
      </p:sp>
      <p:sp>
        <p:nvSpPr>
          <p:cNvPr id="15" name="Text 13"/>
          <p:cNvSpPr/>
          <p:nvPr/>
        </p:nvSpPr>
        <p:spPr>
          <a:xfrm>
            <a:off x="5257800" y="1741932"/>
            <a:ext cx="3337560" cy="402336"/>
          </a:xfrm>
          <a:prstGeom prst="rect">
            <a:avLst/>
          </a:prstGeom>
          <a:noFill/>
          <a:ln/>
        </p:spPr>
        <p:txBody>
          <a:bodyPr wrap="square" lIns="0" tIns="0" rIns="0" bIns="0" rtlCol="0" anchor="ctr"/>
          <a:lstStyle/>
          <a:p>
            <a:pPr indent="0" marL="0">
              <a:buNone/>
            </a:pPr>
            <a:r>
              <a:rPr lang="en-US" sz="1050" b="1" dirty="0">
                <a:solidFill>
                  <a:srgbClr val="1790D0"/>
                </a:solidFill>
                <a:latin typeface="Courier New" pitchFamily="34" charset="0"/>
                <a:ea typeface="Courier New" pitchFamily="34" charset="-122"/>
                <a:cs typeface="Courier New" pitchFamily="34" charset="-120"/>
              </a:rPr>
              <a:t>AnalysisSet + WhereClause</a:t>
            </a:r>
            <a:endParaRPr lang="en-US" sz="1050" dirty="0"/>
          </a:p>
        </p:txBody>
      </p:sp>
      <p:sp>
        <p:nvSpPr>
          <p:cNvPr id="16" name="Shape 14"/>
          <p:cNvSpPr/>
          <p:nvPr/>
        </p:nvSpPr>
        <p:spPr>
          <a:xfrm>
            <a:off x="457200" y="2185416"/>
            <a:ext cx="3931920" cy="402336"/>
          </a:xfrm>
          <a:prstGeom prst="roundRect">
            <a:avLst>
              <a:gd name="adj" fmla="val 13636"/>
            </a:avLst>
          </a:prstGeom>
          <a:solidFill>
            <a:srgbClr val="ECE4F3"/>
          </a:solidFill>
          <a:ln/>
        </p:spPr>
      </p:sp>
      <p:sp>
        <p:nvSpPr>
          <p:cNvPr id="17" name="Text 15"/>
          <p:cNvSpPr/>
          <p:nvPr/>
        </p:nvSpPr>
        <p:spPr>
          <a:xfrm>
            <a:off x="594360" y="2185416"/>
            <a:ext cx="3703320" cy="402336"/>
          </a:xfrm>
          <a:prstGeom prst="rect">
            <a:avLst/>
          </a:prstGeom>
          <a:noFill/>
          <a:ln/>
        </p:spPr>
        <p:txBody>
          <a:bodyPr wrap="square" lIns="0" tIns="0" rIns="0" bIns="0" rtlCol="0" anchor="ctr"/>
          <a:lstStyle/>
          <a:p>
            <a:pPr indent="0" marL="0">
              <a:buNone/>
            </a:pPr>
            <a:r>
              <a:rPr lang="en-US" sz="1050" dirty="0">
                <a:solidFill>
                  <a:srgbClr val="632B86"/>
                </a:solidFill>
                <a:latin typeface="Arial" pitchFamily="34" charset="0"/>
                <a:ea typeface="Arial" pitchFamily="34" charset="-122"/>
                <a:cs typeface="Arial" pitchFamily="34" charset="-120"/>
              </a:rPr>
              <a:t>Record-level filters (e.g. RANDFL='Y')</a:t>
            </a:r>
            <a:endParaRPr lang="en-US" sz="1050" dirty="0"/>
          </a:p>
        </p:txBody>
      </p:sp>
      <p:sp>
        <p:nvSpPr>
          <p:cNvPr id="18" name="Shape 16"/>
          <p:cNvSpPr/>
          <p:nvPr/>
        </p:nvSpPr>
        <p:spPr>
          <a:xfrm>
            <a:off x="4480560" y="2386584"/>
            <a:ext cx="548640" cy="0"/>
          </a:xfrm>
          <a:prstGeom prst="line">
            <a:avLst/>
          </a:prstGeom>
          <a:noFill/>
          <a:ln w="25400">
            <a:solidFill>
              <a:srgbClr val="1790D0"/>
            </a:solidFill>
            <a:prstDash val="solid"/>
            <a:tailEnd type="triangle"/>
          </a:ln>
        </p:spPr>
      </p:sp>
      <p:sp>
        <p:nvSpPr>
          <p:cNvPr id="19" name="Shape 17"/>
          <p:cNvSpPr/>
          <p:nvPr/>
        </p:nvSpPr>
        <p:spPr>
          <a:xfrm>
            <a:off x="5120640" y="2185416"/>
            <a:ext cx="3566160" cy="402336"/>
          </a:xfrm>
          <a:prstGeom prst="roundRect">
            <a:avLst>
              <a:gd name="adj" fmla="val 13636"/>
            </a:avLst>
          </a:prstGeom>
          <a:solidFill>
            <a:srgbClr val="F2F3ED"/>
          </a:solidFill>
          <a:ln/>
        </p:spPr>
      </p:sp>
      <p:sp>
        <p:nvSpPr>
          <p:cNvPr id="20" name="Text 18"/>
          <p:cNvSpPr/>
          <p:nvPr/>
        </p:nvSpPr>
        <p:spPr>
          <a:xfrm>
            <a:off x="5257800" y="2185416"/>
            <a:ext cx="3337560" cy="402336"/>
          </a:xfrm>
          <a:prstGeom prst="rect">
            <a:avLst/>
          </a:prstGeom>
          <a:noFill/>
          <a:ln/>
        </p:spPr>
        <p:txBody>
          <a:bodyPr wrap="square" lIns="0" tIns="0" rIns="0" bIns="0" rtlCol="0" anchor="ctr"/>
          <a:lstStyle/>
          <a:p>
            <a:pPr indent="0" marL="0">
              <a:buNone/>
            </a:pPr>
            <a:r>
              <a:rPr lang="en-US" sz="1050" b="1" dirty="0">
                <a:solidFill>
                  <a:srgbClr val="1790D0"/>
                </a:solidFill>
                <a:latin typeface="Courier New" pitchFamily="34" charset="0"/>
                <a:ea typeface="Courier New" pitchFamily="34" charset="-122"/>
                <a:cs typeface="Courier New" pitchFamily="34" charset="-120"/>
              </a:rPr>
              <a:t>DataSubset</a:t>
            </a:r>
            <a:endParaRPr lang="en-US" sz="1050" dirty="0"/>
          </a:p>
        </p:txBody>
      </p:sp>
      <p:sp>
        <p:nvSpPr>
          <p:cNvPr id="21" name="Shape 19"/>
          <p:cNvSpPr/>
          <p:nvPr/>
        </p:nvSpPr>
        <p:spPr>
          <a:xfrm>
            <a:off x="457200" y="2628900"/>
            <a:ext cx="3931920" cy="402336"/>
          </a:xfrm>
          <a:prstGeom prst="roundRect">
            <a:avLst>
              <a:gd name="adj" fmla="val 13636"/>
            </a:avLst>
          </a:prstGeom>
          <a:solidFill>
            <a:srgbClr val="ECE4F3"/>
          </a:solidFill>
          <a:ln/>
        </p:spPr>
      </p:sp>
      <p:sp>
        <p:nvSpPr>
          <p:cNvPr id="22" name="Text 20"/>
          <p:cNvSpPr/>
          <p:nvPr/>
        </p:nvSpPr>
        <p:spPr>
          <a:xfrm>
            <a:off x="594360" y="2628900"/>
            <a:ext cx="3703320" cy="402336"/>
          </a:xfrm>
          <a:prstGeom prst="rect">
            <a:avLst/>
          </a:prstGeom>
          <a:noFill/>
          <a:ln/>
        </p:spPr>
        <p:txBody>
          <a:bodyPr wrap="square" lIns="0" tIns="0" rIns="0" bIns="0" rtlCol="0" anchor="ctr"/>
          <a:lstStyle/>
          <a:p>
            <a:pPr indent="0" marL="0">
              <a:buNone/>
            </a:pPr>
            <a:r>
              <a:rPr lang="en-US" sz="1050" dirty="0">
                <a:solidFill>
                  <a:srgbClr val="632B86"/>
                </a:solidFill>
                <a:latin typeface="Arial" pitchFamily="34" charset="0"/>
                <a:ea typeface="Arial" pitchFamily="34" charset="-122"/>
                <a:cs typeface="Arial" pitchFamily="34" charset="-120"/>
              </a:rPr>
              <a:t>Column annotation “Grouping: TRT01A”</a:t>
            </a:r>
            <a:endParaRPr lang="en-US" sz="1050" dirty="0"/>
          </a:p>
        </p:txBody>
      </p:sp>
      <p:sp>
        <p:nvSpPr>
          <p:cNvPr id="23" name="Shape 21"/>
          <p:cNvSpPr/>
          <p:nvPr/>
        </p:nvSpPr>
        <p:spPr>
          <a:xfrm>
            <a:off x="4480560" y="2830068"/>
            <a:ext cx="548640" cy="0"/>
          </a:xfrm>
          <a:prstGeom prst="line">
            <a:avLst/>
          </a:prstGeom>
          <a:noFill/>
          <a:ln w="25400">
            <a:solidFill>
              <a:srgbClr val="632B86"/>
            </a:solidFill>
            <a:prstDash val="solid"/>
            <a:tailEnd type="triangle"/>
          </a:ln>
        </p:spPr>
      </p:sp>
      <p:sp>
        <p:nvSpPr>
          <p:cNvPr id="24" name="Shape 22"/>
          <p:cNvSpPr/>
          <p:nvPr/>
        </p:nvSpPr>
        <p:spPr>
          <a:xfrm>
            <a:off x="5120640" y="2628900"/>
            <a:ext cx="3566160" cy="402336"/>
          </a:xfrm>
          <a:prstGeom prst="roundRect">
            <a:avLst>
              <a:gd name="adj" fmla="val 13636"/>
            </a:avLst>
          </a:prstGeom>
          <a:solidFill>
            <a:srgbClr val="F2F3ED"/>
          </a:solidFill>
          <a:ln/>
        </p:spPr>
      </p:sp>
      <p:sp>
        <p:nvSpPr>
          <p:cNvPr id="25" name="Text 23"/>
          <p:cNvSpPr/>
          <p:nvPr/>
        </p:nvSpPr>
        <p:spPr>
          <a:xfrm>
            <a:off x="5257800" y="2628900"/>
            <a:ext cx="3337560" cy="402336"/>
          </a:xfrm>
          <a:prstGeom prst="rect">
            <a:avLst/>
          </a:prstGeom>
          <a:noFill/>
          <a:ln/>
        </p:spPr>
        <p:txBody>
          <a:bodyPr wrap="square" lIns="0" tIns="0" rIns="0" bIns="0" rtlCol="0" anchor="ctr"/>
          <a:lstStyle/>
          <a:p>
            <a:pPr indent="0" marL="0">
              <a:buNone/>
            </a:pPr>
            <a:r>
              <a:rPr lang="en-US" sz="1050" b="1" dirty="0">
                <a:solidFill>
                  <a:srgbClr val="632B86"/>
                </a:solidFill>
                <a:latin typeface="Courier New" pitchFamily="34" charset="0"/>
                <a:ea typeface="Courier New" pitchFamily="34" charset="-122"/>
                <a:cs typeface="Courier New" pitchFamily="34" charset="-120"/>
              </a:rPr>
              <a:t>GroupingFactor · groups</a:t>
            </a:r>
            <a:endParaRPr lang="en-US" sz="1050" dirty="0"/>
          </a:p>
        </p:txBody>
      </p:sp>
      <p:sp>
        <p:nvSpPr>
          <p:cNvPr id="26" name="Shape 24"/>
          <p:cNvSpPr/>
          <p:nvPr/>
        </p:nvSpPr>
        <p:spPr>
          <a:xfrm>
            <a:off x="457200" y="3072384"/>
            <a:ext cx="3931920" cy="402336"/>
          </a:xfrm>
          <a:prstGeom prst="roundRect">
            <a:avLst>
              <a:gd name="adj" fmla="val 13636"/>
            </a:avLst>
          </a:prstGeom>
          <a:solidFill>
            <a:srgbClr val="ECE4F3"/>
          </a:solidFill>
          <a:ln/>
        </p:spPr>
      </p:sp>
      <p:sp>
        <p:nvSpPr>
          <p:cNvPr id="27" name="Text 25"/>
          <p:cNvSpPr/>
          <p:nvPr/>
        </p:nvSpPr>
        <p:spPr>
          <a:xfrm>
            <a:off x="594360" y="3072384"/>
            <a:ext cx="3703320" cy="402336"/>
          </a:xfrm>
          <a:prstGeom prst="rect">
            <a:avLst/>
          </a:prstGeom>
          <a:noFill/>
          <a:ln/>
        </p:spPr>
        <p:txBody>
          <a:bodyPr wrap="square" lIns="0" tIns="0" rIns="0" bIns="0" rtlCol="0" anchor="ctr"/>
          <a:lstStyle/>
          <a:p>
            <a:pPr indent="0" marL="0">
              <a:buNone/>
            </a:pPr>
            <a:r>
              <a:rPr lang="en-US" sz="1050" dirty="0">
                <a:solidFill>
                  <a:srgbClr val="632B86"/>
                </a:solidFill>
                <a:latin typeface="Arial" pitchFamily="34" charset="0"/>
                <a:ea typeface="Arial" pitchFamily="34" charset="-122"/>
                <a:cs typeface="Arial" pitchFamily="34" charset="-120"/>
              </a:rPr>
              <a:t>Row stats “n, Mean (SD), Median”</a:t>
            </a:r>
            <a:endParaRPr lang="en-US" sz="1050" dirty="0"/>
          </a:p>
        </p:txBody>
      </p:sp>
      <p:sp>
        <p:nvSpPr>
          <p:cNvPr id="28" name="Shape 26"/>
          <p:cNvSpPr/>
          <p:nvPr/>
        </p:nvSpPr>
        <p:spPr>
          <a:xfrm>
            <a:off x="4480560" y="3273552"/>
            <a:ext cx="548640" cy="0"/>
          </a:xfrm>
          <a:prstGeom prst="line">
            <a:avLst/>
          </a:prstGeom>
          <a:noFill/>
          <a:ln w="25400">
            <a:solidFill>
              <a:srgbClr val="632B86"/>
            </a:solidFill>
            <a:prstDash val="solid"/>
            <a:tailEnd type="triangle"/>
          </a:ln>
        </p:spPr>
      </p:sp>
      <p:sp>
        <p:nvSpPr>
          <p:cNvPr id="29" name="Shape 27"/>
          <p:cNvSpPr/>
          <p:nvPr/>
        </p:nvSpPr>
        <p:spPr>
          <a:xfrm>
            <a:off x="5120640" y="3072384"/>
            <a:ext cx="3566160" cy="402336"/>
          </a:xfrm>
          <a:prstGeom prst="roundRect">
            <a:avLst>
              <a:gd name="adj" fmla="val 13636"/>
            </a:avLst>
          </a:prstGeom>
          <a:solidFill>
            <a:srgbClr val="F2F3ED"/>
          </a:solidFill>
          <a:ln/>
        </p:spPr>
      </p:sp>
      <p:sp>
        <p:nvSpPr>
          <p:cNvPr id="30" name="Text 28"/>
          <p:cNvSpPr/>
          <p:nvPr/>
        </p:nvSpPr>
        <p:spPr>
          <a:xfrm>
            <a:off x="5257800" y="3072384"/>
            <a:ext cx="3337560" cy="402336"/>
          </a:xfrm>
          <a:prstGeom prst="rect">
            <a:avLst/>
          </a:prstGeom>
          <a:noFill/>
          <a:ln/>
        </p:spPr>
        <p:txBody>
          <a:bodyPr wrap="square" lIns="0" tIns="0" rIns="0" bIns="0" rtlCol="0" anchor="ctr"/>
          <a:lstStyle/>
          <a:p>
            <a:pPr indent="0" marL="0">
              <a:buNone/>
            </a:pPr>
            <a:r>
              <a:rPr lang="en-US" sz="1050" b="1" dirty="0">
                <a:solidFill>
                  <a:srgbClr val="632B86"/>
                </a:solidFill>
                <a:latin typeface="Courier New" pitchFamily="34" charset="0"/>
                <a:ea typeface="Courier New" pitchFamily="34" charset="-122"/>
                <a:cs typeface="Courier New" pitchFamily="34" charset="-120"/>
              </a:rPr>
              <a:t>AnalysisMethod · operations</a:t>
            </a:r>
            <a:endParaRPr lang="en-US" sz="1050" dirty="0"/>
          </a:p>
        </p:txBody>
      </p:sp>
      <p:sp>
        <p:nvSpPr>
          <p:cNvPr id="31" name="Shape 29"/>
          <p:cNvSpPr/>
          <p:nvPr/>
        </p:nvSpPr>
        <p:spPr>
          <a:xfrm>
            <a:off x="457200" y="3515868"/>
            <a:ext cx="3931920" cy="402336"/>
          </a:xfrm>
          <a:prstGeom prst="roundRect">
            <a:avLst>
              <a:gd name="adj" fmla="val 13636"/>
            </a:avLst>
          </a:prstGeom>
          <a:solidFill>
            <a:srgbClr val="ECE4F3"/>
          </a:solidFill>
          <a:ln/>
        </p:spPr>
      </p:sp>
      <p:sp>
        <p:nvSpPr>
          <p:cNvPr id="32" name="Text 30"/>
          <p:cNvSpPr/>
          <p:nvPr/>
        </p:nvSpPr>
        <p:spPr>
          <a:xfrm>
            <a:off x="594360" y="3515868"/>
            <a:ext cx="3703320" cy="402336"/>
          </a:xfrm>
          <a:prstGeom prst="rect">
            <a:avLst/>
          </a:prstGeom>
          <a:noFill/>
          <a:ln/>
        </p:spPr>
        <p:txBody>
          <a:bodyPr wrap="square" lIns="0" tIns="0" rIns="0" bIns="0" rtlCol="0" anchor="ctr"/>
          <a:lstStyle/>
          <a:p>
            <a:pPr indent="0" marL="0">
              <a:buNone/>
            </a:pPr>
            <a:r>
              <a:rPr lang="en-US" sz="1050" dirty="0">
                <a:solidFill>
                  <a:srgbClr val="632B86"/>
                </a:solidFill>
                <a:latin typeface="Arial" pitchFamily="34" charset="0"/>
                <a:ea typeface="Arial" pitchFamily="34" charset="-122"/>
                <a:cs typeface="Arial" pitchFamily="34" charset="-120"/>
              </a:rPr>
              <a:t>Dataset.variable notes “ADSL.AGE”</a:t>
            </a:r>
            <a:endParaRPr lang="en-US" sz="1050" dirty="0"/>
          </a:p>
        </p:txBody>
      </p:sp>
      <p:sp>
        <p:nvSpPr>
          <p:cNvPr id="33" name="Shape 31"/>
          <p:cNvSpPr/>
          <p:nvPr/>
        </p:nvSpPr>
        <p:spPr>
          <a:xfrm>
            <a:off x="4480560" y="3717036"/>
            <a:ext cx="548640" cy="0"/>
          </a:xfrm>
          <a:prstGeom prst="line">
            <a:avLst/>
          </a:prstGeom>
          <a:noFill/>
          <a:ln w="25400">
            <a:solidFill>
              <a:srgbClr val="128474"/>
            </a:solidFill>
            <a:prstDash val="solid"/>
            <a:tailEnd type="triangle"/>
          </a:ln>
        </p:spPr>
      </p:sp>
      <p:sp>
        <p:nvSpPr>
          <p:cNvPr id="34" name="Shape 32"/>
          <p:cNvSpPr/>
          <p:nvPr/>
        </p:nvSpPr>
        <p:spPr>
          <a:xfrm>
            <a:off x="5120640" y="3515868"/>
            <a:ext cx="3566160" cy="402336"/>
          </a:xfrm>
          <a:prstGeom prst="roundRect">
            <a:avLst>
              <a:gd name="adj" fmla="val 13636"/>
            </a:avLst>
          </a:prstGeom>
          <a:solidFill>
            <a:srgbClr val="F2F3ED"/>
          </a:solidFill>
          <a:ln/>
        </p:spPr>
      </p:sp>
      <p:sp>
        <p:nvSpPr>
          <p:cNvPr id="35" name="Text 33"/>
          <p:cNvSpPr/>
          <p:nvPr/>
        </p:nvSpPr>
        <p:spPr>
          <a:xfrm>
            <a:off x="5257800" y="3515868"/>
            <a:ext cx="3337560" cy="402336"/>
          </a:xfrm>
          <a:prstGeom prst="rect">
            <a:avLst/>
          </a:prstGeom>
          <a:noFill/>
          <a:ln/>
        </p:spPr>
        <p:txBody>
          <a:bodyPr wrap="square" lIns="0" tIns="0" rIns="0" bIns="0" rtlCol="0" anchor="ctr"/>
          <a:lstStyle/>
          <a:p>
            <a:pPr indent="0" marL="0">
              <a:buNone/>
            </a:pPr>
            <a:r>
              <a:rPr lang="en-US" sz="1050" b="1" dirty="0">
                <a:solidFill>
                  <a:srgbClr val="128474"/>
                </a:solidFill>
                <a:latin typeface="Courier New" pitchFamily="34" charset="0"/>
                <a:ea typeface="Courier New" pitchFamily="34" charset="-122"/>
                <a:cs typeface="Courier New" pitchFamily="34" charset="-120"/>
              </a:rPr>
              <a:t>Analysis · dataset &amp; variable</a:t>
            </a:r>
            <a:endParaRPr lang="en-US" sz="1050" dirty="0"/>
          </a:p>
        </p:txBody>
      </p:sp>
      <p:sp>
        <p:nvSpPr>
          <p:cNvPr id="36" name="Shape 34"/>
          <p:cNvSpPr/>
          <p:nvPr/>
        </p:nvSpPr>
        <p:spPr>
          <a:xfrm>
            <a:off x="457200" y="3959352"/>
            <a:ext cx="3931920" cy="402336"/>
          </a:xfrm>
          <a:prstGeom prst="roundRect">
            <a:avLst>
              <a:gd name="adj" fmla="val 13636"/>
            </a:avLst>
          </a:prstGeom>
          <a:solidFill>
            <a:srgbClr val="ECE4F3"/>
          </a:solidFill>
          <a:ln/>
        </p:spPr>
      </p:sp>
      <p:sp>
        <p:nvSpPr>
          <p:cNvPr id="37" name="Text 35"/>
          <p:cNvSpPr/>
          <p:nvPr/>
        </p:nvSpPr>
        <p:spPr>
          <a:xfrm>
            <a:off x="594360" y="3959352"/>
            <a:ext cx="3703320" cy="402336"/>
          </a:xfrm>
          <a:prstGeom prst="rect">
            <a:avLst/>
          </a:prstGeom>
          <a:noFill/>
          <a:ln/>
        </p:spPr>
        <p:txBody>
          <a:bodyPr wrap="square" lIns="0" tIns="0" rIns="0" bIns="0" rtlCol="0" anchor="ctr"/>
          <a:lstStyle/>
          <a:p>
            <a:pPr indent="0" marL="0">
              <a:buNone/>
            </a:pPr>
            <a:r>
              <a:rPr lang="en-US" sz="1050" dirty="0">
                <a:solidFill>
                  <a:srgbClr val="632B86"/>
                </a:solidFill>
                <a:latin typeface="Arial" pitchFamily="34" charset="0"/>
                <a:ea typeface="Arial" pitchFamily="34" charset="-122"/>
                <a:cs typeface="Arial" pitchFamily="34" charset="-120"/>
              </a:rPr>
              <a:t>Formats “xx.x” · footnotes · SAP §refs</a:t>
            </a:r>
            <a:endParaRPr lang="en-US" sz="1050" dirty="0"/>
          </a:p>
        </p:txBody>
      </p:sp>
      <p:sp>
        <p:nvSpPr>
          <p:cNvPr id="38" name="Shape 36"/>
          <p:cNvSpPr/>
          <p:nvPr/>
        </p:nvSpPr>
        <p:spPr>
          <a:xfrm>
            <a:off x="4480560" y="4160520"/>
            <a:ext cx="548640" cy="0"/>
          </a:xfrm>
          <a:prstGeom prst="line">
            <a:avLst/>
          </a:prstGeom>
          <a:noFill/>
          <a:ln w="25400">
            <a:solidFill>
              <a:srgbClr val="6A696D"/>
            </a:solidFill>
            <a:prstDash val="solid"/>
            <a:tailEnd type="triangle"/>
          </a:ln>
        </p:spPr>
      </p:sp>
      <p:sp>
        <p:nvSpPr>
          <p:cNvPr id="39" name="Shape 37"/>
          <p:cNvSpPr/>
          <p:nvPr/>
        </p:nvSpPr>
        <p:spPr>
          <a:xfrm>
            <a:off x="5120640" y="3959352"/>
            <a:ext cx="3566160" cy="402336"/>
          </a:xfrm>
          <a:prstGeom prst="roundRect">
            <a:avLst>
              <a:gd name="adj" fmla="val 13636"/>
            </a:avLst>
          </a:prstGeom>
          <a:solidFill>
            <a:srgbClr val="F2F3ED"/>
          </a:solidFill>
          <a:ln/>
        </p:spPr>
      </p:sp>
      <p:sp>
        <p:nvSpPr>
          <p:cNvPr id="40" name="Text 38"/>
          <p:cNvSpPr/>
          <p:nvPr/>
        </p:nvSpPr>
        <p:spPr>
          <a:xfrm>
            <a:off x="5257800" y="3959352"/>
            <a:ext cx="3337560" cy="402336"/>
          </a:xfrm>
          <a:prstGeom prst="rect">
            <a:avLst/>
          </a:prstGeom>
          <a:noFill/>
          <a:ln/>
        </p:spPr>
        <p:txBody>
          <a:bodyPr wrap="square" lIns="0" tIns="0" rIns="0" bIns="0" rtlCol="0" anchor="ctr"/>
          <a:lstStyle/>
          <a:p>
            <a:pPr indent="0" marL="0">
              <a:buNone/>
            </a:pPr>
            <a:r>
              <a:rPr lang="en-US" sz="1050" b="1" dirty="0">
                <a:solidFill>
                  <a:srgbClr val="6A696D"/>
                </a:solidFill>
                <a:latin typeface="Courier New" pitchFamily="34" charset="0"/>
                <a:ea typeface="Courier New" pitchFamily="34" charset="-122"/>
                <a:cs typeface="Courier New" pitchFamily="34" charset="-120"/>
              </a:rPr>
              <a:t>resultPattern · documentRefs</a:t>
            </a:r>
            <a:endParaRPr lang="en-US" sz="1050" dirty="0"/>
          </a:p>
        </p:txBody>
      </p:sp>
      <p:sp>
        <p:nvSpPr>
          <p:cNvPr id="41" name="Shape 39"/>
          <p:cNvSpPr/>
          <p:nvPr/>
        </p:nvSpPr>
        <p:spPr>
          <a:xfrm>
            <a:off x="457200" y="4402836"/>
            <a:ext cx="3931920" cy="402336"/>
          </a:xfrm>
          <a:prstGeom prst="roundRect">
            <a:avLst>
              <a:gd name="adj" fmla="val 13636"/>
            </a:avLst>
          </a:prstGeom>
          <a:solidFill>
            <a:srgbClr val="ECE4F3"/>
          </a:solidFill>
          <a:ln/>
        </p:spPr>
      </p:sp>
      <p:sp>
        <p:nvSpPr>
          <p:cNvPr id="42" name="Text 40"/>
          <p:cNvSpPr/>
          <p:nvPr/>
        </p:nvSpPr>
        <p:spPr>
          <a:xfrm>
            <a:off x="594360" y="4402836"/>
            <a:ext cx="3703320" cy="402336"/>
          </a:xfrm>
          <a:prstGeom prst="rect">
            <a:avLst/>
          </a:prstGeom>
          <a:noFill/>
          <a:ln/>
        </p:spPr>
        <p:txBody>
          <a:bodyPr wrap="square" lIns="0" tIns="0" rIns="0" bIns="0" rtlCol="0" anchor="ctr"/>
          <a:lstStyle/>
          <a:p>
            <a:pPr indent="0" marL="0">
              <a:buNone/>
            </a:pPr>
            <a:r>
              <a:rPr lang="en-US" sz="1050" dirty="0">
                <a:solidFill>
                  <a:srgbClr val="632B86"/>
                </a:solidFill>
                <a:latin typeface="Arial" pitchFamily="34" charset="0"/>
                <a:ea typeface="Arial" pitchFamily="34" charset="-122"/>
                <a:cs typeface="Arial" pitchFamily="34" charset="-120"/>
              </a:rPr>
              <a:t>The numbers, once produced</a:t>
            </a:r>
            <a:endParaRPr lang="en-US" sz="1050" dirty="0"/>
          </a:p>
        </p:txBody>
      </p:sp>
      <p:sp>
        <p:nvSpPr>
          <p:cNvPr id="43" name="Shape 41"/>
          <p:cNvSpPr/>
          <p:nvPr/>
        </p:nvSpPr>
        <p:spPr>
          <a:xfrm>
            <a:off x="4480560" y="4604004"/>
            <a:ext cx="548640" cy="0"/>
          </a:xfrm>
          <a:prstGeom prst="line">
            <a:avLst/>
          </a:prstGeom>
          <a:noFill/>
          <a:ln w="25400">
            <a:solidFill>
              <a:srgbClr val="128474"/>
            </a:solidFill>
            <a:prstDash val="solid"/>
            <a:tailEnd type="triangle"/>
          </a:ln>
        </p:spPr>
      </p:sp>
      <p:sp>
        <p:nvSpPr>
          <p:cNvPr id="44" name="Shape 42"/>
          <p:cNvSpPr/>
          <p:nvPr/>
        </p:nvSpPr>
        <p:spPr>
          <a:xfrm>
            <a:off x="5120640" y="4402836"/>
            <a:ext cx="3566160" cy="402336"/>
          </a:xfrm>
          <a:prstGeom prst="roundRect">
            <a:avLst>
              <a:gd name="adj" fmla="val 13636"/>
            </a:avLst>
          </a:prstGeom>
          <a:solidFill>
            <a:srgbClr val="F2F3ED"/>
          </a:solidFill>
          <a:ln/>
        </p:spPr>
      </p:sp>
      <p:sp>
        <p:nvSpPr>
          <p:cNvPr id="45" name="Text 43"/>
          <p:cNvSpPr/>
          <p:nvPr/>
        </p:nvSpPr>
        <p:spPr>
          <a:xfrm>
            <a:off x="5257800" y="4402836"/>
            <a:ext cx="3337560" cy="402336"/>
          </a:xfrm>
          <a:prstGeom prst="rect">
            <a:avLst/>
          </a:prstGeom>
          <a:noFill/>
          <a:ln/>
        </p:spPr>
        <p:txBody>
          <a:bodyPr wrap="square" lIns="0" tIns="0" rIns="0" bIns="0" rtlCol="0" anchor="ctr"/>
          <a:lstStyle/>
          <a:p>
            <a:pPr indent="0" marL="0">
              <a:buNone/>
            </a:pPr>
            <a:r>
              <a:rPr lang="en-US" sz="1050" b="1" dirty="0">
                <a:solidFill>
                  <a:srgbClr val="128474"/>
                </a:solidFill>
                <a:latin typeface="Courier New" pitchFamily="34" charset="0"/>
                <a:ea typeface="Courier New" pitchFamily="34" charset="-122"/>
                <a:cs typeface="Courier New" pitchFamily="34" charset="-120"/>
              </a:rPr>
              <a:t>OperationResult (ARD)</a:t>
            </a:r>
            <a:endParaRPr lang="en-US" sz="1050" dirty="0"/>
          </a:p>
        </p:txBody>
      </p:sp>
      <p:sp>
        <p:nvSpPr>
          <p:cNvPr id="46" name="Text 44"/>
          <p:cNvSpPr/>
          <p:nvPr/>
        </p:nvSpPr>
        <p:spPr>
          <a:xfrm>
            <a:off x="457200" y="4709160"/>
            <a:ext cx="8229600" cy="274320"/>
          </a:xfrm>
          <a:prstGeom prst="rect">
            <a:avLst/>
          </a:prstGeom>
          <a:noFill/>
          <a:ln/>
        </p:spPr>
        <p:txBody>
          <a:bodyPr wrap="square" lIns="0" tIns="0" rIns="0" bIns="0" rtlCol="0" anchor="ctr"/>
          <a:lstStyle/>
          <a:p>
            <a:pPr algn="ctr" indent="0" marL="0">
              <a:buNone/>
            </a:pPr>
            <a:r>
              <a:rPr lang="en-US" sz="1200" i="1" dirty="0">
                <a:solidFill>
                  <a:srgbClr val="128474"/>
                </a:solidFill>
                <a:latin typeface="Arial" pitchFamily="34" charset="0"/>
                <a:ea typeface="Arial" pitchFamily="34" charset="-122"/>
                <a:cs typeface="Arial" pitchFamily="34" charset="-120"/>
              </a:rPr>
              <a:t>The shell is a human-readable serialization of the same concepts ARS makes machine-readable.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900" name="BrandBar"/>
          <p:cNvSpPr/>
          <p:nvPr/>
        </p:nvSpPr>
        <p:spPr>
          <a:xfrm>
            <a:off x="0" y="0"/>
            <a:ext cx="9144000" cy="777240"/>
          </a:xfrm>
          <a:prstGeom prst="rect">
            <a:avLst/>
          </a:prstGeom>
          <a:solidFill>
            <a:srgbClr val="128474"/>
          </a:solidFill>
          <a:ln>
            <a:noFill/>
          </a:ln>
        </p:spPr>
        <p:txBody>
          <a:bodyPr/>
          <a:lstStyle/>
          <a:p/>
        </p:txBody>
      </p:sp>
      <p:sp>
        <p:nvSpPr>
          <p:cNvPr id="901" name="BrandAccent"/>
          <p:cNvSpPr/>
          <p:nvPr/>
        </p:nvSpPr>
        <p:spPr>
          <a:xfrm>
            <a:off x="0" y="777240"/>
            <a:ext cx="9144000" cy="36576"/>
          </a:xfrm>
          <a:prstGeom prst="rect">
            <a:avLst/>
          </a:prstGeom>
          <a:solidFill>
            <a:srgbClr val="94D60A"/>
          </a:solidFill>
          <a:ln>
            <a:noFill/>
          </a:ln>
        </p:spPr>
        <p:txBody>
          <a:bodyPr/>
          <a:lstStyle/>
          <a:p/>
        </p:txBody>
      </p:sp>
      <p:sp>
        <p:nvSpPr>
          <p:cNvPr id="2" name="Text 0"/>
          <p:cNvSpPr/>
          <p:nvPr/>
        </p:nvSpPr>
        <p:spPr>
          <a:xfrm>
            <a:off x="457200" y="82296"/>
            <a:ext cx="8229600" cy="274320"/>
          </a:xfrm>
          <a:prstGeom prst="rect">
            <a:avLst/>
          </a:prstGeom>
          <a:noFill/>
          <a:ln/>
        </p:spPr>
        <p:txBody>
          <a:bodyPr wrap="square" lIns="0" tIns="0" rIns="0" bIns="0" rtlCol="0" anchor="ctr"/>
          <a:lstStyle/>
          <a:p>
            <a:pPr indent="0" marL="0">
              <a:buNone/>
            </a:pPr>
            <a:r>
              <a:rPr sz="1100" lang="en-US" b="1" spc="300" kern="0" dirty="0">
                <a:solidFill>
                  <a:srgbClr val="FFFFFF"/>
                </a:solidFill>
                <a:latin typeface="Arial" pitchFamily="34" charset="0"/>
                <a:ea typeface="Arial" pitchFamily="34" charset="-122"/>
                <a:cs typeface="Arial" pitchFamily="34" charset="-120"/>
              </a:rPr>
              <a:t>THE HONEST TRADE-OFF</a:t>
            </a:r>
            <a:endParaRPr sz="1100" lang="en-US" dirty="0"/>
          </a:p>
        </p:txBody>
      </p:sp>
      <p:sp>
        <p:nvSpPr>
          <p:cNvPr id="3" name="Text 1"/>
          <p:cNvSpPr/>
          <p:nvPr/>
        </p:nvSpPr>
        <p:spPr>
          <a:xfrm>
            <a:off x="457200" y="297180"/>
            <a:ext cx="8412480" cy="566928"/>
          </a:xfrm>
          <a:prstGeom prst="rect">
            <a:avLst/>
          </a:prstGeom>
          <a:noFill/>
          <a:ln/>
        </p:spPr>
        <p:txBody>
          <a:bodyPr wrap="square" lIns="0" tIns="0" rIns="0" bIns="0" rtlCol="0" anchor="ctr"/>
          <a:lstStyle/>
          <a:p>
            <a:pPr indent="0" marL="0">
              <a:buNone/>
            </a:pPr>
            <a:r>
              <a:rPr sz="2400" lang="en-US" b="1" dirty="0">
                <a:solidFill>
                  <a:srgbClr val="FFFFFF"/>
                </a:solidFill>
                <a:latin typeface="Arial" pitchFamily="34" charset="0"/>
                <a:ea typeface="Arial" pitchFamily="34" charset="-122"/>
                <a:cs typeface="Arial" pitchFamily="34" charset="-120"/>
              </a:rPr>
              <a:t>Why an Additional Metadata Layer Is Still Needed</a:t>
            </a:r>
            <a:endParaRPr sz="2400" lang="en-US" dirty="0"/>
          </a:p>
        </p:txBody>
      </p:sp>
      <p:sp>
        <p:nvSpPr>
          <p:cNvPr id="4" name="Text 2"/>
          <p:cNvSpPr/>
          <p:nvPr/>
        </p:nvSpPr>
        <p:spPr>
          <a:xfrm>
            <a:off x="457200" y="1234440"/>
            <a:ext cx="8229600" cy="502920"/>
          </a:xfrm>
          <a:prstGeom prst="rect">
            <a:avLst/>
          </a:prstGeom>
          <a:noFill/>
          <a:ln/>
        </p:spPr>
        <p:txBody>
          <a:bodyPr wrap="square" lIns="0" tIns="0" rIns="0" bIns="0" rtlCol="0" anchor="ctr"/>
          <a:lstStyle/>
          <a:p>
            <a:pPr indent="0" marL="0">
              <a:buNone/>
            </a:pPr>
            <a:r>
              <a:rPr lang="en-US" sz="1400" b="1" dirty="0">
                <a:solidFill>
                  <a:srgbClr val="004750"/>
                </a:solidFill>
                <a:latin typeface="Arial" pitchFamily="34" charset="0"/>
                <a:ea typeface="Arial" pitchFamily="34" charset="-122"/>
                <a:cs typeface="Arial" pitchFamily="34" charset="-120"/>
              </a:rPr>
              <a:t>Annotated shells are readable by humans — but not by machines. </a:t>
            </a:r>
            <a:pPr indent="0" marL="0">
              <a:buNone/>
            </a:pPr>
            <a:r>
              <a:rPr lang="en-US" sz="1400" dirty="0">
                <a:solidFill>
                  <a:srgbClr val="575756"/>
                </a:solidFill>
                <a:latin typeface="Arial" pitchFamily="34" charset="0"/>
                <a:ea typeface="Arial" pitchFamily="34" charset="-122"/>
                <a:cs typeface="Arial" pitchFamily="34" charset="-120"/>
              </a:rPr>
              <a:t>End-to-end automation needs reporting intent expressed explicitly, unambiguously, and in a standard structure.</a:t>
            </a:r>
            <a:endParaRPr lang="en-US" sz="1400" dirty="0"/>
          </a:p>
        </p:txBody>
      </p:sp>
      <p:sp>
        <p:nvSpPr>
          <p:cNvPr id="5" name="Shape 3"/>
          <p:cNvSpPr/>
          <p:nvPr/>
        </p:nvSpPr>
        <p:spPr>
          <a:xfrm>
            <a:off x="457200" y="1920240"/>
            <a:ext cx="3977640" cy="2423160"/>
          </a:xfrm>
          <a:prstGeom prst="roundRect">
            <a:avLst>
              <a:gd name="adj" fmla="val 3396"/>
            </a:avLst>
          </a:prstGeom>
          <a:solidFill>
            <a:srgbClr val="F4F1F8"/>
          </a:solidFill>
          <a:ln/>
        </p:spPr>
      </p:sp>
      <p:pic>
        <p:nvPicPr>
          <p:cNvPr id="6" name="Image 0" descr="preencoded.png">    </p:cNvPr>
          <p:cNvPicPr>
            <a:picLocks noChangeAspect="1"/>
          </p:cNvPicPr>
          <p:nvPr/>
        </p:nvPicPr>
        <p:blipFill>
          <a:blip r:embed="rId1"/>
          <a:stretch>
            <a:fillRect/>
          </a:stretch>
        </p:blipFill>
        <p:spPr>
          <a:xfrm>
            <a:off x="685800" y="2121408"/>
            <a:ext cx="274320" cy="274320"/>
          </a:xfrm>
          <a:prstGeom prst="rect">
            <a:avLst/>
          </a:prstGeom>
        </p:spPr>
      </p:pic>
      <p:sp>
        <p:nvSpPr>
          <p:cNvPr id="7" name="Text 4"/>
          <p:cNvSpPr/>
          <p:nvPr/>
        </p:nvSpPr>
        <p:spPr>
          <a:xfrm>
            <a:off x="1078992" y="2103120"/>
            <a:ext cx="3200400" cy="320040"/>
          </a:xfrm>
          <a:prstGeom prst="rect">
            <a:avLst/>
          </a:prstGeom>
          <a:noFill/>
          <a:ln/>
        </p:spPr>
        <p:txBody>
          <a:bodyPr wrap="square" lIns="0" tIns="0" rIns="0" bIns="0" rtlCol="0" anchor="ctr"/>
          <a:lstStyle/>
          <a:p>
            <a:pPr indent="0" marL="0">
              <a:buNone/>
            </a:pPr>
            <a:r>
              <a:rPr lang="en-US" sz="1500" b="1" dirty="0">
                <a:solidFill>
                  <a:srgbClr val="632B86"/>
                </a:solidFill>
                <a:latin typeface="Arial" pitchFamily="34" charset="0"/>
                <a:ea typeface="Arial" pitchFamily="34" charset="-122"/>
                <a:cs typeface="Arial" pitchFamily="34" charset="-120"/>
              </a:rPr>
              <a:t>The upfront investment</a:t>
            </a:r>
            <a:endParaRPr lang="en-US" sz="1500" dirty="0"/>
          </a:p>
        </p:txBody>
      </p:sp>
      <p:sp>
        <p:nvSpPr>
          <p:cNvPr id="8" name="Text 5"/>
          <p:cNvSpPr/>
          <p:nvPr/>
        </p:nvSpPr>
        <p:spPr>
          <a:xfrm>
            <a:off x="713232" y="2560320"/>
            <a:ext cx="3520440" cy="1600200"/>
          </a:xfrm>
          <a:prstGeom prst="rect">
            <a:avLst/>
          </a:prstGeom>
          <a:noFill/>
          <a:ln/>
        </p:spPr>
        <p:txBody>
          <a:bodyPr wrap="square" lIns="0" tIns="0" rIns="0" bIns="0" rtlCol="0" anchor="ctr"/>
          <a:lstStyle/>
          <a:p>
            <a:pPr marL="152400" indent="-152400">
              <a:spcAft>
                <a:spcPts val="900"/>
              </a:spcAft>
              <a:buSzPct val="100000"/>
              <a:buChar char="•"/>
            </a:pPr>
            <a:r>
              <a:rPr lang="en-US" sz="1150" dirty="0">
                <a:solidFill>
                  <a:srgbClr val="575756"/>
                </a:solidFill>
                <a:latin typeface="Arial" pitchFamily="34" charset="0"/>
                <a:ea typeface="Arial" pitchFamily="34" charset="-122"/>
                <a:cs typeface="Arial" pitchFamily="34" charset="-120"/>
              </a:rPr>
              <a:t>Building study metadata takes real time and effort at first</a:t>
            </a:r>
            <a:endParaRPr lang="en-US" sz="1150" dirty="0"/>
          </a:p>
          <a:p>
            <a:pPr marL="152400" indent="-152400">
              <a:spcAft>
                <a:spcPts val="900"/>
              </a:spcAft>
              <a:buSzPct val="100000"/>
              <a:buChar char="•"/>
            </a:pPr>
            <a:r>
              <a:rPr lang="en-US" sz="1150" dirty="0">
                <a:solidFill>
                  <a:srgbClr val="575756"/>
                </a:solidFill>
                <a:latin typeface="Arial" pitchFamily="34" charset="0"/>
                <a:ea typeface="Arial" pitchFamily="34" charset="-122"/>
                <a:cs typeface="Arial" pitchFamily="34" charset="-120"/>
              </a:rPr>
              <a:t>Complex reporting requirements must be represented explicitly — no implicit conventions</a:t>
            </a:r>
            <a:endParaRPr lang="en-US" sz="1150" dirty="0"/>
          </a:p>
          <a:p>
            <a:pPr marL="152400" indent="-152400">
              <a:spcAft>
                <a:spcPts val="900"/>
              </a:spcAft>
              <a:buSzPct val="100000"/>
              <a:buChar char="•"/>
            </a:pPr>
            <a:r>
              <a:rPr lang="en-US" sz="1150" dirty="0">
                <a:solidFill>
                  <a:srgbClr val="575756"/>
                </a:solidFill>
                <a:latin typeface="Arial" pitchFamily="34" charset="0"/>
                <a:ea typeface="Arial" pitchFamily="34" charset="-122"/>
                <a:cs typeface="Arial" pitchFamily="34" charset="-120"/>
              </a:rPr>
              <a:t>The standard needs enough detail to support automated execution, not just documentation</a:t>
            </a:r>
            <a:endParaRPr lang="en-US" sz="1150" dirty="0"/>
          </a:p>
        </p:txBody>
      </p:sp>
      <p:sp>
        <p:nvSpPr>
          <p:cNvPr id="9" name="Shape 6"/>
          <p:cNvSpPr/>
          <p:nvPr/>
        </p:nvSpPr>
        <p:spPr>
          <a:xfrm>
            <a:off x="4709160" y="1920240"/>
            <a:ext cx="3977640" cy="2423160"/>
          </a:xfrm>
          <a:prstGeom prst="roundRect">
            <a:avLst>
              <a:gd name="adj" fmla="val 3396"/>
            </a:avLst>
          </a:prstGeom>
          <a:solidFill>
            <a:srgbClr val="EEF4D6"/>
          </a:solidFill>
          <a:ln/>
        </p:spPr>
      </p:sp>
      <p:pic>
        <p:nvPicPr>
          <p:cNvPr id="10" name="Image 1" descr="preencoded.png">    </p:cNvPr>
          <p:cNvPicPr>
            <a:picLocks noChangeAspect="1"/>
          </p:cNvPicPr>
          <p:nvPr/>
        </p:nvPicPr>
        <p:blipFill>
          <a:blip r:embed="rId2"/>
          <a:stretch>
            <a:fillRect/>
          </a:stretch>
        </p:blipFill>
        <p:spPr>
          <a:xfrm>
            <a:off x="4937760" y="2121408"/>
            <a:ext cx="274320" cy="274320"/>
          </a:xfrm>
          <a:prstGeom prst="rect">
            <a:avLst/>
          </a:prstGeom>
        </p:spPr>
      </p:pic>
      <p:sp>
        <p:nvSpPr>
          <p:cNvPr id="11" name="Text 7"/>
          <p:cNvSpPr/>
          <p:nvPr/>
        </p:nvSpPr>
        <p:spPr>
          <a:xfrm>
            <a:off x="5330952" y="2103120"/>
            <a:ext cx="3200400" cy="320040"/>
          </a:xfrm>
          <a:prstGeom prst="rect">
            <a:avLst/>
          </a:prstGeom>
          <a:noFill/>
          <a:ln/>
        </p:spPr>
        <p:txBody>
          <a:bodyPr wrap="square" lIns="0" tIns="0" rIns="0" bIns="0" rtlCol="0" anchor="ctr"/>
          <a:lstStyle/>
          <a:p>
            <a:pPr indent="0" marL="0">
              <a:buNone/>
            </a:pPr>
            <a:r>
              <a:rPr lang="en-US" sz="1500" b="1" dirty="0">
                <a:solidFill>
                  <a:srgbClr val="128474"/>
                </a:solidFill>
                <a:latin typeface="Arial" pitchFamily="34" charset="0"/>
                <a:ea typeface="Arial" pitchFamily="34" charset="-122"/>
                <a:cs typeface="Arial" pitchFamily="34" charset="-120"/>
              </a:rPr>
              <a:t>The long-term return</a:t>
            </a:r>
            <a:endParaRPr lang="en-US" sz="1500" dirty="0"/>
          </a:p>
        </p:txBody>
      </p:sp>
      <p:sp>
        <p:nvSpPr>
          <p:cNvPr id="12" name="Text 8"/>
          <p:cNvSpPr/>
          <p:nvPr/>
        </p:nvSpPr>
        <p:spPr>
          <a:xfrm>
            <a:off x="4965192" y="2560320"/>
            <a:ext cx="3520440" cy="1600200"/>
          </a:xfrm>
          <a:prstGeom prst="rect">
            <a:avLst/>
          </a:prstGeom>
          <a:noFill/>
          <a:ln/>
        </p:spPr>
        <p:txBody>
          <a:bodyPr wrap="square" lIns="0" tIns="0" rIns="0" bIns="0" rtlCol="0" anchor="ctr"/>
          <a:lstStyle/>
          <a:p>
            <a:pPr marL="152400" indent="-152400">
              <a:spcAft>
                <a:spcPts val="900"/>
              </a:spcAft>
              <a:buSzPct val="100000"/>
              <a:buChar char="•"/>
            </a:pPr>
            <a:r>
              <a:rPr lang="en-US" sz="1150" dirty="0">
                <a:solidFill>
                  <a:srgbClr val="575756"/>
                </a:solidFill>
                <a:latin typeface="Arial" pitchFamily="34" charset="0"/>
                <a:ea typeface="Arial" pitchFamily="34" charset="-122"/>
                <a:cs typeface="Arial" pitchFamily="34" charset="-120"/>
              </a:rPr>
              <a:t>Metadata is reused across outputs, studies, and programs — the cost amortizes fast</a:t>
            </a:r>
            <a:endParaRPr lang="en-US" sz="1150" dirty="0"/>
          </a:p>
          <a:p>
            <a:pPr marL="152400" indent="-152400">
              <a:spcAft>
                <a:spcPts val="900"/>
              </a:spcAft>
              <a:buSzPct val="100000"/>
              <a:buChar char="•"/>
            </a:pPr>
            <a:r>
              <a:rPr lang="en-US" sz="1150" dirty="0">
                <a:solidFill>
                  <a:srgbClr val="575756"/>
                </a:solidFill>
                <a:latin typeface="Arial" pitchFamily="34" charset="0"/>
                <a:ea typeface="Arial" pitchFamily="34" charset="-122"/>
                <a:cs typeface="Arial" pitchFamily="34" charset="-120"/>
              </a:rPr>
              <a:t>Traceability and consistency come for free once intent is structured</a:t>
            </a:r>
            <a:endParaRPr lang="en-US" sz="1150" dirty="0"/>
          </a:p>
          <a:p>
            <a:pPr marL="152400" indent="-152400">
              <a:spcAft>
                <a:spcPts val="900"/>
              </a:spcAft>
              <a:buSzPct val="100000"/>
              <a:buChar char="•"/>
            </a:pPr>
            <a:r>
              <a:rPr lang="en-US" sz="1150" dirty="0">
                <a:solidFill>
                  <a:srgbClr val="575756"/>
                </a:solidFill>
                <a:latin typeface="Arial" pitchFamily="34" charset="0"/>
                <a:ea typeface="Arial" pitchFamily="34" charset="-122"/>
                <a:cs typeface="Arial" pitchFamily="34" charset="-120"/>
              </a:rPr>
              <a:t>Automation scales: each new study starts from a library, not a blank page</a:t>
            </a:r>
            <a:endParaRPr lang="en-US" sz="1150" dirty="0"/>
          </a:p>
        </p:txBody>
      </p:sp>
      <p:sp>
        <p:nvSpPr>
          <p:cNvPr id="13" name="Shape 9"/>
          <p:cNvSpPr/>
          <p:nvPr/>
        </p:nvSpPr>
        <p:spPr>
          <a:xfrm>
            <a:off x="457200" y="4526280"/>
            <a:ext cx="8229600" cy="457200"/>
          </a:xfrm>
          <a:prstGeom prst="roundRect">
            <a:avLst>
              <a:gd name="adj" fmla="val 16000"/>
            </a:avLst>
          </a:prstGeom>
          <a:solidFill>
            <a:srgbClr val="004750"/>
          </a:solidFill>
          <a:ln/>
        </p:spPr>
      </p:sp>
      <p:sp>
        <p:nvSpPr>
          <p:cNvPr id="14" name="Text 10"/>
          <p:cNvSpPr/>
          <p:nvPr/>
        </p:nvSpPr>
        <p:spPr>
          <a:xfrm>
            <a:off x="640080" y="4526280"/>
            <a:ext cx="7863840" cy="45720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Pay once to structure the intent — then reuse it across every output that shares it.</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900" name="BrandBar"/>
          <p:cNvSpPr/>
          <p:nvPr/>
        </p:nvSpPr>
        <p:spPr>
          <a:xfrm>
            <a:off x="0" y="0"/>
            <a:ext cx="9144000" cy="777240"/>
          </a:xfrm>
          <a:prstGeom prst="rect">
            <a:avLst/>
          </a:prstGeom>
          <a:solidFill>
            <a:srgbClr val="128474"/>
          </a:solidFill>
          <a:ln>
            <a:noFill/>
          </a:ln>
        </p:spPr>
        <p:txBody>
          <a:bodyPr/>
          <a:lstStyle/>
          <a:p/>
        </p:txBody>
      </p:sp>
      <p:sp>
        <p:nvSpPr>
          <p:cNvPr id="901" name="BrandAccent"/>
          <p:cNvSpPr/>
          <p:nvPr/>
        </p:nvSpPr>
        <p:spPr>
          <a:xfrm>
            <a:off x="0" y="777240"/>
            <a:ext cx="9144000" cy="36576"/>
          </a:xfrm>
          <a:prstGeom prst="rect">
            <a:avLst/>
          </a:prstGeom>
          <a:solidFill>
            <a:srgbClr val="94D60A"/>
          </a:solidFill>
          <a:ln>
            <a:noFill/>
          </a:ln>
        </p:spPr>
        <p:txBody>
          <a:bodyPr/>
          <a:lstStyle/>
          <a:p/>
        </p:txBody>
      </p:sp>
      <p:sp>
        <p:nvSpPr>
          <p:cNvPr id="2" name="Text 0"/>
          <p:cNvSpPr/>
          <p:nvPr/>
        </p:nvSpPr>
        <p:spPr>
          <a:xfrm>
            <a:off x="457200" y="82296"/>
            <a:ext cx="8229600" cy="274320"/>
          </a:xfrm>
          <a:prstGeom prst="rect">
            <a:avLst/>
          </a:prstGeom>
          <a:noFill/>
          <a:ln/>
        </p:spPr>
        <p:txBody>
          <a:bodyPr wrap="square" lIns="0" tIns="0" rIns="0" bIns="0" rtlCol="0" anchor="ctr"/>
          <a:lstStyle/>
          <a:p>
            <a:pPr indent="0" marL="0">
              <a:buNone/>
            </a:pPr>
            <a:r>
              <a:rPr sz="1100" lang="en-US" b="1" spc="300" kern="0" dirty="0">
                <a:solidFill>
                  <a:srgbClr val="FFFFFF"/>
                </a:solidFill>
                <a:latin typeface="Arial" pitchFamily="34" charset="0"/>
                <a:ea typeface="Arial" pitchFamily="34" charset="-122"/>
                <a:cs typeface="Arial" pitchFamily="34" charset="-120"/>
              </a:rPr>
              <a:t>CURRENT STATE</a:t>
            </a:r>
            <a:endParaRPr sz="1100" lang="en-US" dirty="0"/>
          </a:p>
        </p:txBody>
      </p:sp>
      <p:sp>
        <p:nvSpPr>
          <p:cNvPr id="3" name="Text 1"/>
          <p:cNvSpPr/>
          <p:nvPr/>
        </p:nvSpPr>
        <p:spPr>
          <a:xfrm>
            <a:off x="457200" y="297180"/>
            <a:ext cx="8412480" cy="566928"/>
          </a:xfrm>
          <a:prstGeom prst="rect">
            <a:avLst/>
          </a:prstGeom>
          <a:noFill/>
          <a:ln/>
        </p:spPr>
        <p:txBody>
          <a:bodyPr wrap="square" lIns="0" tIns="0" rIns="0" bIns="0" rtlCol="0" anchor="ctr"/>
          <a:lstStyle/>
          <a:p>
            <a:pPr indent="0" marL="0">
              <a:buNone/>
            </a:pPr>
            <a:r>
              <a:rPr sz="2400" lang="en-US" b="1" dirty="0">
                <a:solidFill>
                  <a:srgbClr val="FFFFFF"/>
                </a:solidFill>
                <a:latin typeface="Arial" pitchFamily="34" charset="0"/>
                <a:ea typeface="Arial" pitchFamily="34" charset="-122"/>
                <a:cs typeface="Arial" pitchFamily="34" charset="-120"/>
              </a:rPr>
              <a:t>In Practice, ARS Metadata Lives as JSON</a:t>
            </a:r>
            <a:endParaRPr sz="2400" lang="en-US" dirty="0"/>
          </a:p>
        </p:txBody>
      </p:sp>
      <p:sp>
        <p:nvSpPr>
          <p:cNvPr id="4" name="Text 2"/>
          <p:cNvSpPr/>
          <p:nvPr/>
        </p:nvSpPr>
        <p:spPr>
          <a:xfrm>
            <a:off x="457200" y="1280160"/>
            <a:ext cx="3749040" cy="274320"/>
          </a:xfrm>
          <a:prstGeom prst="rect">
            <a:avLst/>
          </a:prstGeom>
          <a:noFill/>
          <a:ln/>
        </p:spPr>
        <p:txBody>
          <a:bodyPr wrap="square" lIns="0" tIns="0" rIns="0" bIns="0" rtlCol="0" anchor="ctr"/>
          <a:lstStyle/>
          <a:p>
            <a:pPr indent="0" marL="0">
              <a:buNone/>
            </a:pPr>
            <a:r>
              <a:rPr lang="en-US" sz="1350" b="1" dirty="0">
                <a:solidFill>
                  <a:srgbClr val="004750"/>
                </a:solidFill>
                <a:latin typeface="Arial" pitchFamily="34" charset="0"/>
                <a:ea typeface="Arial" pitchFamily="34" charset="-122"/>
                <a:cs typeface="Arial" pitchFamily="34" charset="-120"/>
              </a:rPr>
              <a:t>One file = one ReportingEvent</a:t>
            </a:r>
            <a:endParaRPr lang="en-US" sz="1350" dirty="0"/>
          </a:p>
        </p:txBody>
      </p:sp>
      <p:sp>
        <p:nvSpPr>
          <p:cNvPr id="5" name="Shape 3"/>
          <p:cNvSpPr/>
          <p:nvPr/>
        </p:nvSpPr>
        <p:spPr>
          <a:xfrm>
            <a:off x="457200" y="1627632"/>
            <a:ext cx="3749040" cy="402336"/>
          </a:xfrm>
          <a:prstGeom prst="roundRect">
            <a:avLst>
              <a:gd name="adj" fmla="val 15909"/>
            </a:avLst>
          </a:prstGeom>
          <a:solidFill>
            <a:srgbClr val="004750"/>
          </a:solidFill>
          <a:ln/>
        </p:spPr>
      </p:sp>
      <p:sp>
        <p:nvSpPr>
          <p:cNvPr id="6" name="Text 4"/>
          <p:cNvSpPr/>
          <p:nvPr/>
        </p:nvSpPr>
        <p:spPr>
          <a:xfrm>
            <a:off x="621792" y="1627632"/>
            <a:ext cx="3474720" cy="402336"/>
          </a:xfrm>
          <a:prstGeom prst="rect">
            <a:avLst/>
          </a:prstGeom>
          <a:noFill/>
          <a:ln/>
        </p:spPr>
        <p:txBody>
          <a:bodyPr wrap="square" lIns="0" tIns="0" rIns="0" bIns="0"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ReportingEvent  ·  RE001</a:t>
            </a:r>
            <a:endParaRPr lang="en-US" sz="1200" dirty="0"/>
          </a:p>
        </p:txBody>
      </p:sp>
      <p:sp>
        <p:nvSpPr>
          <p:cNvPr id="7" name="Shape 5"/>
          <p:cNvSpPr/>
          <p:nvPr/>
        </p:nvSpPr>
        <p:spPr>
          <a:xfrm>
            <a:off x="713232" y="2313432"/>
            <a:ext cx="201168" cy="0"/>
          </a:xfrm>
          <a:prstGeom prst="line">
            <a:avLst/>
          </a:prstGeom>
          <a:noFill/>
          <a:ln w="19050">
            <a:solidFill>
              <a:srgbClr val="D9DAD6"/>
            </a:solidFill>
            <a:prstDash val="solid"/>
          </a:ln>
        </p:spPr>
      </p:sp>
      <p:sp>
        <p:nvSpPr>
          <p:cNvPr id="8" name="Shape 6"/>
          <p:cNvSpPr/>
          <p:nvPr/>
        </p:nvSpPr>
        <p:spPr>
          <a:xfrm>
            <a:off x="914400" y="2121408"/>
            <a:ext cx="3291840" cy="384048"/>
          </a:xfrm>
          <a:prstGeom prst="roundRect">
            <a:avLst>
              <a:gd name="adj" fmla="val 14286"/>
            </a:avLst>
          </a:prstGeom>
          <a:solidFill>
            <a:srgbClr val="F2F3ED"/>
          </a:solidFill>
          <a:ln/>
        </p:spPr>
      </p:sp>
      <p:sp>
        <p:nvSpPr>
          <p:cNvPr id="9" name="Text 7"/>
          <p:cNvSpPr/>
          <p:nvPr/>
        </p:nvSpPr>
        <p:spPr>
          <a:xfrm>
            <a:off x="1042416" y="2121408"/>
            <a:ext cx="3108960" cy="384048"/>
          </a:xfrm>
          <a:prstGeom prst="rect">
            <a:avLst/>
          </a:prstGeom>
          <a:noFill/>
          <a:ln/>
        </p:spPr>
        <p:txBody>
          <a:bodyPr wrap="square" lIns="0" tIns="0" rIns="0" bIns="0" rtlCol="0" anchor="ctr"/>
          <a:lstStyle/>
          <a:p>
            <a:pPr indent="0" marL="0">
              <a:buNone/>
            </a:pPr>
            <a:r>
              <a:rPr lang="en-US" sz="1050" b="1" dirty="0">
                <a:solidFill>
                  <a:srgbClr val="1790D0"/>
                </a:solidFill>
                <a:latin typeface="Courier New" pitchFamily="34" charset="0"/>
                <a:ea typeface="Courier New" pitchFamily="34" charset="-122"/>
                <a:cs typeface="Courier New" pitchFamily="34" charset="-120"/>
              </a:rPr>
              <a:t>analysisSets</a:t>
            </a:r>
            <a:pPr indent="0" marL="0">
              <a:buNone/>
            </a:pPr>
            <a:r>
              <a:rPr lang="en-US" sz="1050" dirty="0">
                <a:solidFill>
                  <a:srgbClr val="6A696D"/>
                </a:solidFill>
                <a:latin typeface="Arial" pitchFamily="34" charset="0"/>
                <a:ea typeface="Arial" pitchFamily="34" charset="-122"/>
                <a:cs typeface="Arial" pitchFamily="34" charset="-120"/>
              </a:rPr>
              <a:t>   who is analyzed</a:t>
            </a:r>
            <a:endParaRPr lang="en-US" sz="1050" dirty="0"/>
          </a:p>
        </p:txBody>
      </p:sp>
      <p:sp>
        <p:nvSpPr>
          <p:cNvPr id="10" name="Shape 8"/>
          <p:cNvSpPr/>
          <p:nvPr/>
        </p:nvSpPr>
        <p:spPr>
          <a:xfrm>
            <a:off x="713232" y="2770632"/>
            <a:ext cx="201168" cy="0"/>
          </a:xfrm>
          <a:prstGeom prst="line">
            <a:avLst/>
          </a:prstGeom>
          <a:noFill/>
          <a:ln w="19050">
            <a:solidFill>
              <a:srgbClr val="D9DAD6"/>
            </a:solidFill>
            <a:prstDash val="solid"/>
          </a:ln>
        </p:spPr>
      </p:sp>
      <p:sp>
        <p:nvSpPr>
          <p:cNvPr id="11" name="Shape 9"/>
          <p:cNvSpPr/>
          <p:nvPr/>
        </p:nvSpPr>
        <p:spPr>
          <a:xfrm>
            <a:off x="914400" y="2578608"/>
            <a:ext cx="3291840" cy="384048"/>
          </a:xfrm>
          <a:prstGeom prst="roundRect">
            <a:avLst>
              <a:gd name="adj" fmla="val 14286"/>
            </a:avLst>
          </a:prstGeom>
          <a:solidFill>
            <a:srgbClr val="F2F3ED"/>
          </a:solidFill>
          <a:ln/>
        </p:spPr>
      </p:sp>
      <p:sp>
        <p:nvSpPr>
          <p:cNvPr id="12" name="Text 10"/>
          <p:cNvSpPr/>
          <p:nvPr/>
        </p:nvSpPr>
        <p:spPr>
          <a:xfrm>
            <a:off x="1042416" y="2578608"/>
            <a:ext cx="3108960" cy="384048"/>
          </a:xfrm>
          <a:prstGeom prst="rect">
            <a:avLst/>
          </a:prstGeom>
          <a:noFill/>
          <a:ln/>
        </p:spPr>
        <p:txBody>
          <a:bodyPr wrap="square" lIns="0" tIns="0" rIns="0" bIns="0" rtlCol="0" anchor="ctr"/>
          <a:lstStyle/>
          <a:p>
            <a:pPr indent="0" marL="0">
              <a:buNone/>
            </a:pPr>
            <a:r>
              <a:rPr lang="en-US" sz="1050" b="1" dirty="0">
                <a:solidFill>
                  <a:srgbClr val="128474"/>
                </a:solidFill>
                <a:latin typeface="Courier New" pitchFamily="34" charset="0"/>
                <a:ea typeface="Courier New" pitchFamily="34" charset="-122"/>
                <a:cs typeface="Courier New" pitchFamily="34" charset="-120"/>
              </a:rPr>
              <a:t>dataSubsets</a:t>
            </a:r>
            <a:pPr indent="0" marL="0">
              <a:buNone/>
            </a:pPr>
            <a:r>
              <a:rPr lang="en-US" sz="1050" dirty="0">
                <a:solidFill>
                  <a:srgbClr val="6A696D"/>
                </a:solidFill>
                <a:latin typeface="Arial" pitchFamily="34" charset="0"/>
                <a:ea typeface="Arial" pitchFamily="34" charset="-122"/>
                <a:cs typeface="Arial" pitchFamily="34" charset="-120"/>
              </a:rPr>
              <a:t>   which records</a:t>
            </a:r>
            <a:endParaRPr lang="en-US" sz="1050" dirty="0"/>
          </a:p>
        </p:txBody>
      </p:sp>
      <p:sp>
        <p:nvSpPr>
          <p:cNvPr id="13" name="Shape 11"/>
          <p:cNvSpPr/>
          <p:nvPr/>
        </p:nvSpPr>
        <p:spPr>
          <a:xfrm>
            <a:off x="713232" y="3227832"/>
            <a:ext cx="201168" cy="0"/>
          </a:xfrm>
          <a:prstGeom prst="line">
            <a:avLst/>
          </a:prstGeom>
          <a:noFill/>
          <a:ln w="19050">
            <a:solidFill>
              <a:srgbClr val="D9DAD6"/>
            </a:solidFill>
            <a:prstDash val="solid"/>
          </a:ln>
        </p:spPr>
      </p:sp>
      <p:sp>
        <p:nvSpPr>
          <p:cNvPr id="14" name="Shape 12"/>
          <p:cNvSpPr/>
          <p:nvPr/>
        </p:nvSpPr>
        <p:spPr>
          <a:xfrm>
            <a:off x="914400" y="3035808"/>
            <a:ext cx="3291840" cy="384048"/>
          </a:xfrm>
          <a:prstGeom prst="roundRect">
            <a:avLst>
              <a:gd name="adj" fmla="val 14286"/>
            </a:avLst>
          </a:prstGeom>
          <a:solidFill>
            <a:srgbClr val="F2F3ED"/>
          </a:solidFill>
          <a:ln/>
        </p:spPr>
      </p:sp>
      <p:sp>
        <p:nvSpPr>
          <p:cNvPr id="15" name="Text 13"/>
          <p:cNvSpPr/>
          <p:nvPr/>
        </p:nvSpPr>
        <p:spPr>
          <a:xfrm>
            <a:off x="1042416" y="3035808"/>
            <a:ext cx="3108960" cy="384048"/>
          </a:xfrm>
          <a:prstGeom prst="rect">
            <a:avLst/>
          </a:prstGeom>
          <a:noFill/>
          <a:ln/>
        </p:spPr>
        <p:txBody>
          <a:bodyPr wrap="square" lIns="0" tIns="0" rIns="0" bIns="0" rtlCol="0" anchor="ctr"/>
          <a:lstStyle/>
          <a:p>
            <a:pPr indent="0" marL="0">
              <a:buNone/>
            </a:pPr>
            <a:r>
              <a:rPr lang="en-US" sz="1050" b="1" dirty="0">
                <a:solidFill>
                  <a:srgbClr val="632B86"/>
                </a:solidFill>
                <a:latin typeface="Courier New" pitchFamily="34" charset="0"/>
                <a:ea typeface="Courier New" pitchFamily="34" charset="-122"/>
                <a:cs typeface="Courier New" pitchFamily="34" charset="-120"/>
              </a:rPr>
              <a:t>analysisGroupings</a:t>
            </a:r>
            <a:pPr indent="0" marL="0">
              <a:buNone/>
            </a:pPr>
            <a:r>
              <a:rPr lang="en-US" sz="1050" dirty="0">
                <a:solidFill>
                  <a:srgbClr val="6A696D"/>
                </a:solidFill>
                <a:latin typeface="Arial" pitchFamily="34" charset="0"/>
                <a:ea typeface="Arial" pitchFamily="34" charset="-122"/>
                <a:cs typeface="Arial" pitchFamily="34" charset="-120"/>
              </a:rPr>
              <a:t>   split by what</a:t>
            </a:r>
            <a:endParaRPr lang="en-US" sz="1050" dirty="0"/>
          </a:p>
        </p:txBody>
      </p:sp>
      <p:sp>
        <p:nvSpPr>
          <p:cNvPr id="16" name="Shape 14"/>
          <p:cNvSpPr/>
          <p:nvPr/>
        </p:nvSpPr>
        <p:spPr>
          <a:xfrm>
            <a:off x="713232" y="3685032"/>
            <a:ext cx="201168" cy="0"/>
          </a:xfrm>
          <a:prstGeom prst="line">
            <a:avLst/>
          </a:prstGeom>
          <a:noFill/>
          <a:ln w="19050">
            <a:solidFill>
              <a:srgbClr val="D9DAD6"/>
            </a:solidFill>
            <a:prstDash val="solid"/>
          </a:ln>
        </p:spPr>
      </p:sp>
      <p:sp>
        <p:nvSpPr>
          <p:cNvPr id="17" name="Shape 15"/>
          <p:cNvSpPr/>
          <p:nvPr/>
        </p:nvSpPr>
        <p:spPr>
          <a:xfrm>
            <a:off x="914400" y="3493008"/>
            <a:ext cx="3291840" cy="384048"/>
          </a:xfrm>
          <a:prstGeom prst="roundRect">
            <a:avLst>
              <a:gd name="adj" fmla="val 14286"/>
            </a:avLst>
          </a:prstGeom>
          <a:solidFill>
            <a:srgbClr val="F2F3ED"/>
          </a:solidFill>
          <a:ln/>
        </p:spPr>
      </p:sp>
      <p:sp>
        <p:nvSpPr>
          <p:cNvPr id="18" name="Text 16"/>
          <p:cNvSpPr/>
          <p:nvPr/>
        </p:nvSpPr>
        <p:spPr>
          <a:xfrm>
            <a:off x="1042416" y="3493008"/>
            <a:ext cx="3108960" cy="384048"/>
          </a:xfrm>
          <a:prstGeom prst="rect">
            <a:avLst/>
          </a:prstGeom>
          <a:noFill/>
          <a:ln/>
        </p:spPr>
        <p:txBody>
          <a:bodyPr wrap="square" lIns="0" tIns="0" rIns="0" bIns="0" rtlCol="0" anchor="ctr"/>
          <a:lstStyle/>
          <a:p>
            <a:pPr indent="0" marL="0">
              <a:buNone/>
            </a:pPr>
            <a:r>
              <a:rPr lang="en-US" sz="1050" b="1" dirty="0">
                <a:solidFill>
                  <a:srgbClr val="632B86"/>
                </a:solidFill>
                <a:latin typeface="Courier New" pitchFamily="34" charset="0"/>
                <a:ea typeface="Courier New" pitchFamily="34" charset="-122"/>
                <a:cs typeface="Courier New" pitchFamily="34" charset="-120"/>
              </a:rPr>
              <a:t>methods</a:t>
            </a:r>
            <a:pPr indent="0" marL="0">
              <a:buNone/>
            </a:pPr>
            <a:r>
              <a:rPr lang="en-US" sz="1050" dirty="0">
                <a:solidFill>
                  <a:srgbClr val="6A696D"/>
                </a:solidFill>
                <a:latin typeface="Arial" pitchFamily="34" charset="0"/>
                <a:ea typeface="Arial" pitchFamily="34" charset="-122"/>
                <a:cs typeface="Arial" pitchFamily="34" charset="-120"/>
              </a:rPr>
              <a:t>   which statistics</a:t>
            </a:r>
            <a:endParaRPr lang="en-US" sz="1050" dirty="0"/>
          </a:p>
        </p:txBody>
      </p:sp>
      <p:sp>
        <p:nvSpPr>
          <p:cNvPr id="19" name="Shape 17"/>
          <p:cNvSpPr/>
          <p:nvPr/>
        </p:nvSpPr>
        <p:spPr>
          <a:xfrm>
            <a:off x="713232" y="4142232"/>
            <a:ext cx="201168" cy="0"/>
          </a:xfrm>
          <a:prstGeom prst="line">
            <a:avLst/>
          </a:prstGeom>
          <a:noFill/>
          <a:ln w="19050">
            <a:solidFill>
              <a:srgbClr val="D9DAD6"/>
            </a:solidFill>
            <a:prstDash val="solid"/>
          </a:ln>
        </p:spPr>
      </p:sp>
      <p:sp>
        <p:nvSpPr>
          <p:cNvPr id="20" name="Shape 18"/>
          <p:cNvSpPr/>
          <p:nvPr/>
        </p:nvSpPr>
        <p:spPr>
          <a:xfrm>
            <a:off x="914400" y="3950208"/>
            <a:ext cx="3291840" cy="384048"/>
          </a:xfrm>
          <a:prstGeom prst="roundRect">
            <a:avLst>
              <a:gd name="adj" fmla="val 14286"/>
            </a:avLst>
          </a:prstGeom>
          <a:solidFill>
            <a:srgbClr val="F2F3ED"/>
          </a:solidFill>
          <a:ln/>
        </p:spPr>
      </p:sp>
      <p:sp>
        <p:nvSpPr>
          <p:cNvPr id="21" name="Text 19"/>
          <p:cNvSpPr/>
          <p:nvPr/>
        </p:nvSpPr>
        <p:spPr>
          <a:xfrm>
            <a:off x="1042416" y="3950208"/>
            <a:ext cx="3108960" cy="384048"/>
          </a:xfrm>
          <a:prstGeom prst="rect">
            <a:avLst/>
          </a:prstGeom>
          <a:noFill/>
          <a:ln/>
        </p:spPr>
        <p:txBody>
          <a:bodyPr wrap="square" lIns="0" tIns="0" rIns="0" bIns="0" rtlCol="0" anchor="ctr"/>
          <a:lstStyle/>
          <a:p>
            <a:pPr indent="0" marL="0">
              <a:buNone/>
            </a:pPr>
            <a:r>
              <a:rPr lang="en-US" sz="1050" b="1" dirty="0">
                <a:solidFill>
                  <a:srgbClr val="632B86"/>
                </a:solidFill>
                <a:latin typeface="Courier New" pitchFamily="34" charset="0"/>
                <a:ea typeface="Courier New" pitchFamily="34" charset="-122"/>
                <a:cs typeface="Courier New" pitchFamily="34" charset="-120"/>
              </a:rPr>
              <a:t>analyses</a:t>
            </a:r>
            <a:pPr indent="0" marL="0">
              <a:buNone/>
            </a:pPr>
            <a:r>
              <a:rPr lang="en-US" sz="1050" dirty="0">
                <a:solidFill>
                  <a:srgbClr val="6A696D"/>
                </a:solidFill>
                <a:latin typeface="Arial" pitchFamily="34" charset="0"/>
                <a:ea typeface="Arial" pitchFamily="34" charset="-122"/>
                <a:cs typeface="Arial" pitchFamily="34" charset="-120"/>
              </a:rPr>
              <a:t>   the runs + results (ARD)</a:t>
            </a:r>
            <a:endParaRPr lang="en-US" sz="1050" dirty="0"/>
          </a:p>
        </p:txBody>
      </p:sp>
      <p:sp>
        <p:nvSpPr>
          <p:cNvPr id="22" name="Shape 20"/>
          <p:cNvSpPr/>
          <p:nvPr/>
        </p:nvSpPr>
        <p:spPr>
          <a:xfrm>
            <a:off x="713232" y="4599432"/>
            <a:ext cx="201168" cy="0"/>
          </a:xfrm>
          <a:prstGeom prst="line">
            <a:avLst/>
          </a:prstGeom>
          <a:noFill/>
          <a:ln w="19050">
            <a:solidFill>
              <a:srgbClr val="D9DAD6"/>
            </a:solidFill>
            <a:prstDash val="solid"/>
          </a:ln>
        </p:spPr>
      </p:sp>
      <p:sp>
        <p:nvSpPr>
          <p:cNvPr id="23" name="Shape 21"/>
          <p:cNvSpPr/>
          <p:nvPr/>
        </p:nvSpPr>
        <p:spPr>
          <a:xfrm>
            <a:off x="914400" y="4407408"/>
            <a:ext cx="3291840" cy="384048"/>
          </a:xfrm>
          <a:prstGeom prst="roundRect">
            <a:avLst>
              <a:gd name="adj" fmla="val 14286"/>
            </a:avLst>
          </a:prstGeom>
          <a:solidFill>
            <a:srgbClr val="F2F3ED"/>
          </a:solidFill>
          <a:ln/>
        </p:spPr>
      </p:sp>
      <p:sp>
        <p:nvSpPr>
          <p:cNvPr id="24" name="Text 22"/>
          <p:cNvSpPr/>
          <p:nvPr/>
        </p:nvSpPr>
        <p:spPr>
          <a:xfrm>
            <a:off x="1042416" y="4407408"/>
            <a:ext cx="3108960" cy="384048"/>
          </a:xfrm>
          <a:prstGeom prst="rect">
            <a:avLst/>
          </a:prstGeom>
          <a:noFill/>
          <a:ln/>
        </p:spPr>
        <p:txBody>
          <a:bodyPr wrap="square" lIns="0" tIns="0" rIns="0" bIns="0" rtlCol="0" anchor="ctr"/>
          <a:lstStyle/>
          <a:p>
            <a:pPr indent="0" marL="0">
              <a:buNone/>
            </a:pPr>
            <a:r>
              <a:rPr lang="en-US" sz="1050" b="1" dirty="0">
                <a:solidFill>
                  <a:srgbClr val="128474"/>
                </a:solidFill>
                <a:latin typeface="Courier New" pitchFamily="34" charset="0"/>
                <a:ea typeface="Courier New" pitchFamily="34" charset="-122"/>
                <a:cs typeface="Courier New" pitchFamily="34" charset="-120"/>
              </a:rPr>
              <a:t>outputs</a:t>
            </a:r>
            <a:pPr indent="0" marL="0">
              <a:buNone/>
            </a:pPr>
            <a:r>
              <a:rPr lang="en-US" sz="1050" dirty="0">
                <a:solidFill>
                  <a:srgbClr val="6A696D"/>
                </a:solidFill>
                <a:latin typeface="Arial" pitchFamily="34" charset="0"/>
                <a:ea typeface="Arial" pitchFamily="34" charset="-122"/>
                <a:cs typeface="Arial" pitchFamily="34" charset="-120"/>
              </a:rPr>
              <a:t>   the displays</a:t>
            </a:r>
            <a:endParaRPr lang="en-US" sz="1050" dirty="0"/>
          </a:p>
        </p:txBody>
      </p:sp>
      <p:sp>
        <p:nvSpPr>
          <p:cNvPr id="25" name="Shape 23"/>
          <p:cNvSpPr/>
          <p:nvPr/>
        </p:nvSpPr>
        <p:spPr>
          <a:xfrm>
            <a:off x="713232" y="2029968"/>
            <a:ext cx="0" cy="2478024"/>
          </a:xfrm>
          <a:prstGeom prst="line">
            <a:avLst/>
          </a:prstGeom>
          <a:noFill/>
          <a:ln w="19050">
            <a:solidFill>
              <a:srgbClr val="D9DAD6"/>
            </a:solidFill>
            <a:prstDash val="solid"/>
          </a:ln>
        </p:spPr>
      </p:sp>
      <p:sp>
        <p:nvSpPr>
          <p:cNvPr id="26" name="Shape 24"/>
          <p:cNvSpPr/>
          <p:nvPr/>
        </p:nvSpPr>
        <p:spPr>
          <a:xfrm>
            <a:off x="4526280" y="1280160"/>
            <a:ext cx="4160520" cy="3291840"/>
          </a:xfrm>
          <a:prstGeom prst="roundRect">
            <a:avLst>
              <a:gd name="adj" fmla="val 2222"/>
            </a:avLst>
          </a:prstGeom>
          <a:solidFill>
            <a:srgbClr val="004750"/>
          </a:solidFill>
          <a:ln/>
          <a:effectLst>
            <a:outerShdw sx="100000" sy="100000" kx="0" ky="0" algn="bl" rotWithShape="0" blurRad="88900" dist="25400" dir="2700000">
              <a:srgbClr val="000000">
                <a:alpha val="14000"/>
              </a:srgbClr>
            </a:outerShdw>
          </a:effectLst>
        </p:spPr>
      </p:sp>
      <p:sp>
        <p:nvSpPr>
          <p:cNvPr id="27" name="Text 25"/>
          <p:cNvSpPr/>
          <p:nvPr/>
        </p:nvSpPr>
        <p:spPr>
          <a:xfrm>
            <a:off x="4709160" y="1371600"/>
            <a:ext cx="3794760" cy="237744"/>
          </a:xfrm>
          <a:prstGeom prst="rect">
            <a:avLst/>
          </a:prstGeom>
          <a:noFill/>
          <a:ln/>
        </p:spPr>
        <p:txBody>
          <a:bodyPr wrap="square" lIns="0" tIns="0" rIns="0" bIns="0" rtlCol="0" anchor="ctr"/>
          <a:lstStyle/>
          <a:p>
            <a:pPr indent="0" marL="0">
              <a:buNone/>
            </a:pPr>
            <a:r>
              <a:rPr lang="en-US" sz="1000" b="1" dirty="0">
                <a:solidFill>
                  <a:srgbClr val="6A696D"/>
                </a:solidFill>
                <a:latin typeface="Arial" pitchFamily="34" charset="0"/>
                <a:ea typeface="Arial" pitchFamily="34" charset="-122"/>
                <a:cs typeface="Arial" pitchFamily="34" charset="-120"/>
              </a:rPr>
              <a:t>reporting_event.json — excerpt (simplified)</a:t>
            </a:r>
            <a:endParaRPr lang="en-US" sz="1000" dirty="0"/>
          </a:p>
        </p:txBody>
      </p:sp>
      <p:sp>
        <p:nvSpPr>
          <p:cNvPr id="28" name="Text 26"/>
          <p:cNvSpPr/>
          <p:nvPr/>
        </p:nvSpPr>
        <p:spPr>
          <a:xfrm>
            <a:off x="4727448" y="1664208"/>
            <a:ext cx="3794760" cy="2743200"/>
          </a:xfrm>
          <a:prstGeom prst="rect">
            <a:avLst/>
          </a:prstGeom>
          <a:noFill/>
          <a:ln/>
        </p:spPr>
        <p:txBody>
          <a:bodyPr wrap="square" lIns="0" tIns="0" rIns="0" bIns="0" rtlCol="0" anchor="ctr"/>
          <a:lstStyle/>
          <a:p>
            <a:pPr indent="0" marL="0">
              <a:lnSpc>
                <a:spcPct val="112000"/>
              </a:lnSpc>
              <a:buNone/>
            </a:pPr>
            <a:r>
              <a:rPr lang="en-US" sz="950" dirty="0">
                <a:solidFill>
                  <a:srgbClr val="6A696D"/>
                </a:solidFill>
                <a:latin typeface="Courier New" pitchFamily="34" charset="0"/>
                <a:ea typeface="Courier New" pitchFamily="34" charset="-122"/>
                <a:cs typeface="Courier New" pitchFamily="34" charset="-120"/>
              </a:rPr>
              <a:t>{</a:t>
            </a:r>
            <a:endParaRPr lang="en-US" sz="950" dirty="0"/>
          </a:p>
          <a:p>
            <a:pPr indent="0" marL="0">
              <a:lnSpc>
                <a:spcPct val="112000"/>
              </a:lnSpc>
              <a:buNone/>
            </a:pPr>
            <a:r>
              <a:rPr lang="en-US" sz="950" dirty="0">
                <a:solidFill>
                  <a:srgbClr val="60C3D6"/>
                </a:solidFill>
                <a:latin typeface="Courier New" pitchFamily="34" charset="0"/>
                <a:ea typeface="Courier New" pitchFamily="34" charset="-122"/>
                <a:cs typeface="Courier New" pitchFamily="34" charset="-120"/>
              </a:rPr>
              <a:t>  "analysisSets"</a:t>
            </a:r>
            <a:pPr indent="0" marL="0">
              <a:lnSpc>
                <a:spcPct val="112000"/>
              </a:lnSpc>
              <a:buNone/>
            </a:pPr>
            <a:r>
              <a:rPr lang="en-US" sz="950" dirty="0">
                <a:solidFill>
                  <a:srgbClr val="6A696D"/>
                </a:solidFill>
                <a:latin typeface="Courier New" pitchFamily="34" charset="0"/>
                <a:ea typeface="Courier New" pitchFamily="34" charset="-122"/>
                <a:cs typeface="Courier New" pitchFamily="34" charset="-120"/>
              </a:rPr>
              <a:t>: [{</a:t>
            </a:r>
            <a:endParaRPr lang="en-US" sz="950" dirty="0"/>
          </a:p>
          <a:p>
            <a:pPr indent="0" marL="0">
              <a:lnSpc>
                <a:spcPct val="112000"/>
              </a:lnSpc>
              <a:buNone/>
            </a:pPr>
            <a:r>
              <a:rPr lang="en-US" sz="950" dirty="0">
                <a:solidFill>
                  <a:srgbClr val="60C3D6"/>
                </a:solidFill>
                <a:latin typeface="Courier New" pitchFamily="34" charset="0"/>
                <a:ea typeface="Courier New" pitchFamily="34" charset="-122"/>
                <a:cs typeface="Courier New" pitchFamily="34" charset="-120"/>
              </a:rPr>
              <a:t>    "id"</a:t>
            </a:r>
            <a:pPr indent="0" marL="0">
              <a:lnSpc>
                <a:spcPct val="112000"/>
              </a:lnSpc>
              <a:buNone/>
            </a:pPr>
            <a:r>
              <a:rPr lang="en-US" sz="950" dirty="0">
                <a:solidFill>
                  <a:srgbClr val="6A696D"/>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CEDB00"/>
                </a:solidFill>
                <a:latin typeface="Courier New" pitchFamily="34" charset="0"/>
                <a:ea typeface="Courier New" pitchFamily="34" charset="-122"/>
                <a:cs typeface="Courier New" pitchFamily="34" charset="-120"/>
              </a:rPr>
              <a:t>"AS002"</a:t>
            </a:r>
            <a:pPr indent="0" marL="0">
              <a:lnSpc>
                <a:spcPct val="112000"/>
              </a:lnSpc>
              <a:buNone/>
            </a:pPr>
            <a:r>
              <a:rPr lang="en-US" sz="950" dirty="0">
                <a:solidFill>
                  <a:srgbClr val="6A696D"/>
                </a:solidFill>
                <a:latin typeface="Courier New" pitchFamily="34" charset="0"/>
                <a:ea typeface="Courier New" pitchFamily="34" charset="-122"/>
                <a:cs typeface="Courier New" pitchFamily="34" charset="-120"/>
              </a:rPr>
              <a:t>,</a:t>
            </a:r>
            <a:endParaRPr lang="en-US" sz="950" dirty="0"/>
          </a:p>
          <a:p>
            <a:pPr indent="0" marL="0">
              <a:lnSpc>
                <a:spcPct val="112000"/>
              </a:lnSpc>
              <a:buNone/>
            </a:pPr>
            <a:r>
              <a:rPr lang="en-US" sz="950" dirty="0">
                <a:solidFill>
                  <a:srgbClr val="60C3D6"/>
                </a:solidFill>
                <a:latin typeface="Courier New" pitchFamily="34" charset="0"/>
                <a:ea typeface="Courier New" pitchFamily="34" charset="-122"/>
                <a:cs typeface="Courier New" pitchFamily="34" charset="-120"/>
              </a:rPr>
              <a:t>    "name"</a:t>
            </a:r>
            <a:pPr indent="0" marL="0">
              <a:lnSpc>
                <a:spcPct val="112000"/>
              </a:lnSpc>
              <a:buNone/>
            </a:pPr>
            <a:r>
              <a:rPr lang="en-US" sz="950" dirty="0">
                <a:solidFill>
                  <a:srgbClr val="6A696D"/>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CEDB00"/>
                </a:solidFill>
                <a:latin typeface="Courier New" pitchFamily="34" charset="0"/>
                <a:ea typeface="Courier New" pitchFamily="34" charset="-122"/>
                <a:cs typeface="Courier New" pitchFamily="34" charset="-120"/>
              </a:rPr>
              <a:t>"Safety Population"</a:t>
            </a:r>
            <a:pPr indent="0" marL="0">
              <a:lnSpc>
                <a:spcPct val="112000"/>
              </a:lnSpc>
              <a:buNone/>
            </a:pPr>
            <a:r>
              <a:rPr lang="en-US" sz="950" dirty="0">
                <a:solidFill>
                  <a:srgbClr val="6A696D"/>
                </a:solidFill>
                <a:latin typeface="Courier New" pitchFamily="34" charset="0"/>
                <a:ea typeface="Courier New" pitchFamily="34" charset="-122"/>
                <a:cs typeface="Courier New" pitchFamily="34" charset="-120"/>
              </a:rPr>
              <a:t>,</a:t>
            </a:r>
            <a:endParaRPr lang="en-US" sz="950" dirty="0"/>
          </a:p>
          <a:p>
            <a:pPr indent="0" marL="0">
              <a:lnSpc>
                <a:spcPct val="112000"/>
              </a:lnSpc>
              <a:buNone/>
            </a:pPr>
            <a:r>
              <a:rPr lang="en-US" sz="950" dirty="0">
                <a:solidFill>
                  <a:srgbClr val="60C3D6"/>
                </a:solidFill>
                <a:latin typeface="Courier New" pitchFamily="34" charset="0"/>
                <a:ea typeface="Courier New" pitchFamily="34" charset="-122"/>
                <a:cs typeface="Courier New" pitchFamily="34" charset="-120"/>
              </a:rPr>
              <a:t>    "condition"</a:t>
            </a:r>
            <a:pPr indent="0" marL="0">
              <a:lnSpc>
                <a:spcPct val="112000"/>
              </a:lnSpc>
              <a:buNone/>
            </a:pPr>
            <a:r>
              <a:rPr lang="en-US" sz="950" dirty="0">
                <a:solidFill>
                  <a:srgbClr val="6A696D"/>
                </a:solidFill>
                <a:latin typeface="Courier New" pitchFamily="34" charset="0"/>
                <a:ea typeface="Courier New" pitchFamily="34" charset="-122"/>
                <a:cs typeface="Courier New" pitchFamily="34" charset="-120"/>
              </a:rPr>
              <a:t>: { </a:t>
            </a:r>
            <a:pPr indent="0" marL="0">
              <a:lnSpc>
                <a:spcPct val="112000"/>
              </a:lnSpc>
              <a:buNone/>
            </a:pPr>
            <a:r>
              <a:rPr lang="en-US" sz="950" dirty="0">
                <a:solidFill>
                  <a:srgbClr val="60C3D6"/>
                </a:solidFill>
                <a:latin typeface="Courier New" pitchFamily="34" charset="0"/>
                <a:ea typeface="Courier New" pitchFamily="34" charset="-122"/>
                <a:cs typeface="Courier New" pitchFamily="34" charset="-120"/>
              </a:rPr>
              <a:t>"dataset"</a:t>
            </a:r>
            <a:pPr indent="0" marL="0">
              <a:lnSpc>
                <a:spcPct val="112000"/>
              </a:lnSpc>
              <a:buNone/>
            </a:pPr>
            <a:r>
              <a:rPr lang="en-US" sz="950" dirty="0">
                <a:solidFill>
                  <a:srgbClr val="6A696D"/>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CEDB00"/>
                </a:solidFill>
                <a:latin typeface="Courier New" pitchFamily="34" charset="0"/>
                <a:ea typeface="Courier New" pitchFamily="34" charset="-122"/>
                <a:cs typeface="Courier New" pitchFamily="34" charset="-120"/>
              </a:rPr>
              <a:t>"ADSL"</a:t>
            </a:r>
            <a:pPr indent="0" marL="0">
              <a:lnSpc>
                <a:spcPct val="112000"/>
              </a:lnSpc>
              <a:buNone/>
            </a:pPr>
            <a:r>
              <a:rPr lang="en-US" sz="950" dirty="0">
                <a:solidFill>
                  <a:srgbClr val="6A696D"/>
                </a:solidFill>
                <a:latin typeface="Courier New" pitchFamily="34" charset="0"/>
                <a:ea typeface="Courier New" pitchFamily="34" charset="-122"/>
                <a:cs typeface="Courier New" pitchFamily="34" charset="-120"/>
              </a:rPr>
              <a:t>,</a:t>
            </a:r>
            <a:endParaRPr lang="en-US" sz="950" dirty="0"/>
          </a:p>
          <a:p>
            <a:pPr indent="0" marL="0">
              <a:lnSpc>
                <a:spcPct val="112000"/>
              </a:lnSpc>
              <a:buNone/>
            </a:pPr>
            <a:r>
              <a:rPr lang="en-US" sz="950" dirty="0">
                <a:solidFill>
                  <a:srgbClr val="6A696D"/>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60C3D6"/>
                </a:solidFill>
                <a:latin typeface="Courier New" pitchFamily="34" charset="0"/>
                <a:ea typeface="Courier New" pitchFamily="34" charset="-122"/>
                <a:cs typeface="Courier New" pitchFamily="34" charset="-120"/>
              </a:rPr>
              <a:t>"variable"</a:t>
            </a:r>
            <a:pPr indent="0" marL="0">
              <a:lnSpc>
                <a:spcPct val="112000"/>
              </a:lnSpc>
              <a:buNone/>
            </a:pPr>
            <a:r>
              <a:rPr lang="en-US" sz="950" dirty="0">
                <a:solidFill>
                  <a:srgbClr val="6A696D"/>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CEDB00"/>
                </a:solidFill>
                <a:latin typeface="Courier New" pitchFamily="34" charset="0"/>
                <a:ea typeface="Courier New" pitchFamily="34" charset="-122"/>
                <a:cs typeface="Courier New" pitchFamily="34" charset="-120"/>
              </a:rPr>
              <a:t>"SAFFL"</a:t>
            </a:r>
            <a:pPr indent="0" marL="0">
              <a:lnSpc>
                <a:spcPct val="112000"/>
              </a:lnSpc>
              <a:buNone/>
            </a:pPr>
            <a:r>
              <a:rPr lang="en-US" sz="950" dirty="0">
                <a:solidFill>
                  <a:srgbClr val="6A696D"/>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60C3D6"/>
                </a:solidFill>
                <a:latin typeface="Courier New" pitchFamily="34" charset="0"/>
                <a:ea typeface="Courier New" pitchFamily="34" charset="-122"/>
                <a:cs typeface="Courier New" pitchFamily="34" charset="-120"/>
              </a:rPr>
              <a:t>"comparator"</a:t>
            </a:r>
            <a:pPr indent="0" marL="0">
              <a:lnSpc>
                <a:spcPct val="112000"/>
              </a:lnSpc>
              <a:buNone/>
            </a:pPr>
            <a:r>
              <a:rPr lang="en-US" sz="950" dirty="0">
                <a:solidFill>
                  <a:srgbClr val="6A696D"/>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CEDB00"/>
                </a:solidFill>
                <a:latin typeface="Courier New" pitchFamily="34" charset="0"/>
                <a:ea typeface="Courier New" pitchFamily="34" charset="-122"/>
                <a:cs typeface="Courier New" pitchFamily="34" charset="-120"/>
              </a:rPr>
              <a:t>"EQ"</a:t>
            </a:r>
            <a:pPr indent="0" marL="0">
              <a:lnSpc>
                <a:spcPct val="112000"/>
              </a:lnSpc>
              <a:buNone/>
            </a:pPr>
            <a:r>
              <a:rPr lang="en-US" sz="950" dirty="0">
                <a:solidFill>
                  <a:srgbClr val="6A696D"/>
                </a:solidFill>
                <a:latin typeface="Courier New" pitchFamily="34" charset="0"/>
                <a:ea typeface="Courier New" pitchFamily="34" charset="-122"/>
                <a:cs typeface="Courier New" pitchFamily="34" charset="-120"/>
              </a:rPr>
              <a:t>,</a:t>
            </a:r>
            <a:endParaRPr lang="en-US" sz="950" dirty="0"/>
          </a:p>
          <a:p>
            <a:pPr indent="0" marL="0">
              <a:lnSpc>
                <a:spcPct val="112000"/>
              </a:lnSpc>
              <a:buNone/>
            </a:pPr>
            <a:r>
              <a:rPr lang="en-US" sz="950" dirty="0">
                <a:solidFill>
                  <a:srgbClr val="6A696D"/>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60C3D6"/>
                </a:solidFill>
                <a:latin typeface="Courier New" pitchFamily="34" charset="0"/>
                <a:ea typeface="Courier New" pitchFamily="34" charset="-122"/>
                <a:cs typeface="Courier New" pitchFamily="34" charset="-120"/>
              </a:rPr>
              <a:t>"value"</a:t>
            </a:r>
            <a:pPr indent="0" marL="0">
              <a:lnSpc>
                <a:spcPct val="112000"/>
              </a:lnSpc>
              <a:buNone/>
            </a:pPr>
            <a:r>
              <a:rPr lang="en-US" sz="950" dirty="0">
                <a:solidFill>
                  <a:srgbClr val="6A696D"/>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CEDB00"/>
                </a:solidFill>
                <a:latin typeface="Courier New" pitchFamily="34" charset="0"/>
                <a:ea typeface="Courier New" pitchFamily="34" charset="-122"/>
                <a:cs typeface="Courier New" pitchFamily="34" charset="-120"/>
              </a:rPr>
              <a:t>"Y"</a:t>
            </a:r>
            <a:pPr indent="0" marL="0">
              <a:lnSpc>
                <a:spcPct val="112000"/>
              </a:lnSpc>
              <a:buNone/>
            </a:pPr>
            <a:r>
              <a:rPr lang="en-US" sz="950" dirty="0">
                <a:solidFill>
                  <a:srgbClr val="6A696D"/>
                </a:solidFill>
                <a:latin typeface="Courier New" pitchFamily="34" charset="0"/>
                <a:ea typeface="Courier New" pitchFamily="34" charset="-122"/>
                <a:cs typeface="Courier New" pitchFamily="34" charset="-120"/>
              </a:rPr>
              <a:t>] }</a:t>
            </a:r>
            <a:endParaRPr lang="en-US" sz="950" dirty="0"/>
          </a:p>
          <a:p>
            <a:pPr indent="0" marL="0">
              <a:lnSpc>
                <a:spcPct val="112000"/>
              </a:lnSpc>
              <a:buNone/>
            </a:pPr>
            <a:r>
              <a:rPr lang="en-US" sz="950" dirty="0">
                <a:solidFill>
                  <a:srgbClr val="6A696D"/>
                </a:solidFill>
                <a:latin typeface="Courier New" pitchFamily="34" charset="0"/>
                <a:ea typeface="Courier New" pitchFamily="34" charset="-122"/>
                <a:cs typeface="Courier New" pitchFamily="34" charset="-120"/>
              </a:rPr>
              <a:t>  }],</a:t>
            </a:r>
            <a:endParaRPr lang="en-US" sz="950" dirty="0"/>
          </a:p>
          <a:p>
            <a:pPr indent="0" marL="0">
              <a:lnSpc>
                <a:spcPct val="112000"/>
              </a:lnSpc>
              <a:buNone/>
            </a:pPr>
            <a:r>
              <a:rPr lang="en-US" sz="950" dirty="0">
                <a:solidFill>
                  <a:srgbClr val="60C3D6"/>
                </a:solidFill>
                <a:latin typeface="Courier New" pitchFamily="34" charset="0"/>
                <a:ea typeface="Courier New" pitchFamily="34" charset="-122"/>
                <a:cs typeface="Courier New" pitchFamily="34" charset="-120"/>
              </a:rPr>
              <a:t>  "methods"</a:t>
            </a:r>
            <a:pPr indent="0" marL="0">
              <a:lnSpc>
                <a:spcPct val="112000"/>
              </a:lnSpc>
              <a:buNone/>
            </a:pPr>
            <a:r>
              <a:rPr lang="en-US" sz="950" dirty="0">
                <a:solidFill>
                  <a:srgbClr val="6A696D"/>
                </a:solidFill>
                <a:latin typeface="Courier New" pitchFamily="34" charset="0"/>
                <a:ea typeface="Courier New" pitchFamily="34" charset="-122"/>
                <a:cs typeface="Courier New" pitchFamily="34" charset="-120"/>
              </a:rPr>
              <a:t>: [{ </a:t>
            </a:r>
            <a:pPr indent="0" marL="0">
              <a:lnSpc>
                <a:spcPct val="112000"/>
              </a:lnSpc>
              <a:buNone/>
            </a:pPr>
            <a:r>
              <a:rPr lang="en-US" sz="950" dirty="0">
                <a:solidFill>
                  <a:srgbClr val="60C3D6"/>
                </a:solidFill>
                <a:latin typeface="Courier New" pitchFamily="34" charset="0"/>
                <a:ea typeface="Courier New" pitchFamily="34" charset="-122"/>
                <a:cs typeface="Courier New" pitchFamily="34" charset="-120"/>
              </a:rPr>
              <a:t>"id"</a:t>
            </a:r>
            <a:pPr indent="0" marL="0">
              <a:lnSpc>
                <a:spcPct val="112000"/>
              </a:lnSpc>
              <a:buNone/>
            </a:pPr>
            <a:r>
              <a:rPr lang="en-US" sz="950" dirty="0">
                <a:solidFill>
                  <a:srgbClr val="6A696D"/>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CEDB00"/>
                </a:solidFill>
                <a:latin typeface="Courier New" pitchFamily="34" charset="0"/>
                <a:ea typeface="Courier New" pitchFamily="34" charset="-122"/>
                <a:cs typeface="Courier New" pitchFamily="34" charset="-120"/>
              </a:rPr>
              <a:t>"M001"</a:t>
            </a:r>
            <a:pPr indent="0" marL="0">
              <a:lnSpc>
                <a:spcPct val="112000"/>
              </a:lnSpc>
              <a:buNone/>
            </a:pPr>
            <a:r>
              <a:rPr lang="en-US" sz="950" dirty="0">
                <a:solidFill>
                  <a:srgbClr val="6A696D"/>
                </a:solidFill>
                <a:latin typeface="Courier New" pitchFamily="34" charset="0"/>
                <a:ea typeface="Courier New" pitchFamily="34" charset="-122"/>
                <a:cs typeface="Courier New" pitchFamily="34" charset="-120"/>
              </a:rPr>
              <a:t>,</a:t>
            </a:r>
            <a:endParaRPr lang="en-US" sz="950" dirty="0"/>
          </a:p>
          <a:p>
            <a:pPr indent="0" marL="0">
              <a:lnSpc>
                <a:spcPct val="112000"/>
              </a:lnSpc>
              <a:buNone/>
            </a:pPr>
            <a:r>
              <a:rPr lang="en-US" sz="950" dirty="0">
                <a:solidFill>
                  <a:srgbClr val="60C3D6"/>
                </a:solidFill>
                <a:latin typeface="Courier New" pitchFamily="34" charset="0"/>
                <a:ea typeface="Courier New" pitchFamily="34" charset="-122"/>
                <a:cs typeface="Courier New" pitchFamily="34" charset="-120"/>
              </a:rPr>
              <a:t>    "operations"</a:t>
            </a:r>
            <a:pPr indent="0" marL="0">
              <a:lnSpc>
                <a:spcPct val="112000"/>
              </a:lnSpc>
              <a:buNone/>
            </a:pPr>
            <a:r>
              <a:rPr lang="en-US" sz="950" dirty="0">
                <a:solidFill>
                  <a:srgbClr val="6A696D"/>
                </a:solidFill>
                <a:latin typeface="Courier New" pitchFamily="34" charset="0"/>
                <a:ea typeface="Courier New" pitchFamily="34" charset="-122"/>
                <a:cs typeface="Courier New" pitchFamily="34" charset="-120"/>
              </a:rPr>
              <a:t>: [</a:t>
            </a:r>
            <a:endParaRPr lang="en-US" sz="950" dirty="0"/>
          </a:p>
          <a:p>
            <a:pPr indent="0" marL="0">
              <a:lnSpc>
                <a:spcPct val="112000"/>
              </a:lnSpc>
              <a:buNone/>
            </a:pPr>
            <a:r>
              <a:rPr lang="en-US" sz="950" dirty="0">
                <a:solidFill>
                  <a:srgbClr val="6A696D"/>
                </a:solidFill>
                <a:latin typeface="Courier New" pitchFamily="34" charset="0"/>
                <a:ea typeface="Courier New" pitchFamily="34" charset="-122"/>
                <a:cs typeface="Courier New" pitchFamily="34" charset="-120"/>
              </a:rPr>
              <a:t>      { </a:t>
            </a:r>
            <a:pPr indent="0" marL="0">
              <a:lnSpc>
                <a:spcPct val="112000"/>
              </a:lnSpc>
              <a:buNone/>
            </a:pPr>
            <a:r>
              <a:rPr lang="en-US" sz="950" dirty="0">
                <a:solidFill>
                  <a:srgbClr val="60C3D6"/>
                </a:solidFill>
                <a:latin typeface="Courier New" pitchFamily="34" charset="0"/>
                <a:ea typeface="Courier New" pitchFamily="34" charset="-122"/>
                <a:cs typeface="Courier New" pitchFamily="34" charset="-120"/>
              </a:rPr>
              <a:t>"name"</a:t>
            </a:r>
            <a:pPr indent="0" marL="0">
              <a:lnSpc>
                <a:spcPct val="112000"/>
              </a:lnSpc>
              <a:buNone/>
            </a:pPr>
            <a:r>
              <a:rPr lang="en-US" sz="950" dirty="0">
                <a:solidFill>
                  <a:srgbClr val="6A696D"/>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CEDB00"/>
                </a:solidFill>
                <a:latin typeface="Courier New" pitchFamily="34" charset="0"/>
                <a:ea typeface="Courier New" pitchFamily="34" charset="-122"/>
                <a:cs typeface="Courier New" pitchFamily="34" charset="-120"/>
              </a:rPr>
              <a:t>"Mean"</a:t>
            </a:r>
            <a:pPr indent="0" marL="0">
              <a:lnSpc>
                <a:spcPct val="112000"/>
              </a:lnSpc>
              <a:buNone/>
            </a:pPr>
            <a:r>
              <a:rPr lang="en-US" sz="950" dirty="0">
                <a:solidFill>
                  <a:srgbClr val="6A696D"/>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60C3D6"/>
                </a:solidFill>
                <a:latin typeface="Courier New" pitchFamily="34" charset="0"/>
                <a:ea typeface="Courier New" pitchFamily="34" charset="-122"/>
                <a:cs typeface="Courier New" pitchFamily="34" charset="-120"/>
              </a:rPr>
              <a:t>"resultPattern"</a:t>
            </a:r>
            <a:pPr indent="0" marL="0">
              <a:lnSpc>
                <a:spcPct val="112000"/>
              </a:lnSpc>
              <a:buNone/>
            </a:pPr>
            <a:r>
              <a:rPr lang="en-US" sz="950" dirty="0">
                <a:solidFill>
                  <a:srgbClr val="6A696D"/>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CEDB00"/>
                </a:solidFill>
                <a:latin typeface="Courier New" pitchFamily="34" charset="0"/>
                <a:ea typeface="Courier New" pitchFamily="34" charset="-122"/>
                <a:cs typeface="Courier New" pitchFamily="34" charset="-120"/>
              </a:rPr>
              <a:t>"XXX.X"</a:t>
            </a:r>
            <a:pPr indent="0" marL="0">
              <a:lnSpc>
                <a:spcPct val="112000"/>
              </a:lnSpc>
              <a:buNone/>
            </a:pPr>
            <a:r>
              <a:rPr lang="en-US" sz="950" dirty="0">
                <a:solidFill>
                  <a:srgbClr val="6A696D"/>
                </a:solidFill>
                <a:latin typeface="Courier New" pitchFamily="34" charset="0"/>
                <a:ea typeface="Courier New" pitchFamily="34" charset="-122"/>
                <a:cs typeface="Courier New" pitchFamily="34" charset="-120"/>
              </a:rPr>
              <a:t> },</a:t>
            </a:r>
            <a:endParaRPr lang="en-US" sz="950" dirty="0"/>
          </a:p>
          <a:p>
            <a:pPr indent="0" marL="0">
              <a:lnSpc>
                <a:spcPct val="112000"/>
              </a:lnSpc>
              <a:buNone/>
            </a:pPr>
            <a:r>
              <a:rPr lang="en-US" sz="950" dirty="0">
                <a:solidFill>
                  <a:srgbClr val="6A696D"/>
                </a:solidFill>
                <a:latin typeface="Courier New" pitchFamily="34" charset="0"/>
                <a:ea typeface="Courier New" pitchFamily="34" charset="-122"/>
                <a:cs typeface="Courier New" pitchFamily="34" charset="-120"/>
              </a:rPr>
              <a:t>      { </a:t>
            </a:r>
            <a:pPr indent="0" marL="0">
              <a:lnSpc>
                <a:spcPct val="112000"/>
              </a:lnSpc>
              <a:buNone/>
            </a:pPr>
            <a:r>
              <a:rPr lang="en-US" sz="950" dirty="0">
                <a:solidFill>
                  <a:srgbClr val="60C3D6"/>
                </a:solidFill>
                <a:latin typeface="Courier New" pitchFamily="34" charset="0"/>
                <a:ea typeface="Courier New" pitchFamily="34" charset="-122"/>
                <a:cs typeface="Courier New" pitchFamily="34" charset="-120"/>
              </a:rPr>
              <a:t>"name"</a:t>
            </a:r>
            <a:pPr indent="0" marL="0">
              <a:lnSpc>
                <a:spcPct val="112000"/>
              </a:lnSpc>
              <a:buNone/>
            </a:pPr>
            <a:r>
              <a:rPr lang="en-US" sz="950" dirty="0">
                <a:solidFill>
                  <a:srgbClr val="6A696D"/>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CEDB00"/>
                </a:solidFill>
                <a:latin typeface="Courier New" pitchFamily="34" charset="0"/>
                <a:ea typeface="Courier New" pitchFamily="34" charset="-122"/>
                <a:cs typeface="Courier New" pitchFamily="34" charset="-120"/>
              </a:rPr>
              <a:t>"SD"</a:t>
            </a:r>
            <a:pPr indent="0" marL="0">
              <a:lnSpc>
                <a:spcPct val="112000"/>
              </a:lnSpc>
              <a:buNone/>
            </a:pPr>
            <a:r>
              <a:rPr lang="en-US" sz="950" dirty="0">
                <a:solidFill>
                  <a:srgbClr val="6A696D"/>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60C3D6"/>
                </a:solidFill>
                <a:latin typeface="Courier New" pitchFamily="34" charset="0"/>
                <a:ea typeface="Courier New" pitchFamily="34" charset="-122"/>
                <a:cs typeface="Courier New" pitchFamily="34" charset="-120"/>
              </a:rPr>
              <a:t>"resultPattern"</a:t>
            </a:r>
            <a:pPr indent="0" marL="0">
              <a:lnSpc>
                <a:spcPct val="112000"/>
              </a:lnSpc>
              <a:buNone/>
            </a:pPr>
            <a:r>
              <a:rPr lang="en-US" sz="950" dirty="0">
                <a:solidFill>
                  <a:srgbClr val="6A696D"/>
                </a:solidFill>
                <a:latin typeface="Courier New" pitchFamily="34" charset="0"/>
                <a:ea typeface="Courier New" pitchFamily="34" charset="-122"/>
                <a:cs typeface="Courier New" pitchFamily="34" charset="-120"/>
              </a:rPr>
              <a:t>: </a:t>
            </a:r>
            <a:pPr indent="0" marL="0">
              <a:lnSpc>
                <a:spcPct val="112000"/>
              </a:lnSpc>
              <a:buNone/>
            </a:pPr>
            <a:r>
              <a:rPr lang="en-US" sz="950" dirty="0">
                <a:solidFill>
                  <a:srgbClr val="CEDB00"/>
                </a:solidFill>
                <a:latin typeface="Courier New" pitchFamily="34" charset="0"/>
                <a:ea typeface="Courier New" pitchFamily="34" charset="-122"/>
                <a:cs typeface="Courier New" pitchFamily="34" charset="-120"/>
              </a:rPr>
              <a:t>"XXX.XX"</a:t>
            </a:r>
            <a:pPr indent="0" marL="0">
              <a:lnSpc>
                <a:spcPct val="112000"/>
              </a:lnSpc>
              <a:buNone/>
            </a:pPr>
            <a:r>
              <a:rPr lang="en-US" sz="950" dirty="0">
                <a:solidFill>
                  <a:srgbClr val="6A696D"/>
                </a:solidFill>
                <a:latin typeface="Courier New" pitchFamily="34" charset="0"/>
                <a:ea typeface="Courier New" pitchFamily="34" charset="-122"/>
                <a:cs typeface="Courier New" pitchFamily="34" charset="-120"/>
              </a:rPr>
              <a:t> }</a:t>
            </a:r>
            <a:endParaRPr lang="en-US" sz="950" dirty="0"/>
          </a:p>
          <a:p>
            <a:pPr indent="0" marL="0">
              <a:lnSpc>
                <a:spcPct val="112000"/>
              </a:lnSpc>
              <a:buNone/>
            </a:pPr>
            <a:r>
              <a:rPr lang="en-US" sz="950" dirty="0">
                <a:solidFill>
                  <a:srgbClr val="6A696D"/>
                </a:solidFill>
                <a:latin typeface="Courier New" pitchFamily="34" charset="0"/>
                <a:ea typeface="Courier New" pitchFamily="34" charset="-122"/>
                <a:cs typeface="Courier New" pitchFamily="34" charset="-120"/>
              </a:rPr>
              <a:t>  ]}]</a:t>
            </a:r>
            <a:endParaRPr lang="en-US" sz="950" dirty="0"/>
          </a:p>
          <a:p>
            <a:pPr indent="0" marL="0">
              <a:lnSpc>
                <a:spcPct val="112000"/>
              </a:lnSpc>
              <a:buNone/>
            </a:pPr>
            <a:r>
              <a:rPr lang="en-US" sz="950" dirty="0">
                <a:solidFill>
                  <a:srgbClr val="6A696D"/>
                </a:solidFill>
                <a:latin typeface="Courier New" pitchFamily="34" charset="0"/>
                <a:ea typeface="Courier New" pitchFamily="34" charset="-122"/>
                <a:cs typeface="Courier New" pitchFamily="34" charset="-120"/>
              </a:rPr>
              <a:t>}</a:t>
            </a:r>
            <a:endParaRPr lang="en-US" sz="950" dirty="0"/>
          </a:p>
        </p:txBody>
      </p:sp>
      <p:sp>
        <p:nvSpPr>
          <p:cNvPr id="29" name="Text 27"/>
          <p:cNvSpPr/>
          <p:nvPr/>
        </p:nvSpPr>
        <p:spPr>
          <a:xfrm>
            <a:off x="457200" y="4681728"/>
            <a:ext cx="8229600" cy="347472"/>
          </a:xfrm>
          <a:prstGeom prst="rect">
            <a:avLst/>
          </a:prstGeom>
          <a:noFill/>
          <a:ln/>
        </p:spPr>
        <p:txBody>
          <a:bodyPr wrap="square" lIns="0" tIns="0" rIns="0" bIns="0" rtlCol="0" anchor="ctr"/>
          <a:lstStyle/>
          <a:p>
            <a:pPr indent="0" marL="0">
              <a:buNone/>
            </a:pPr>
            <a:r>
              <a:rPr lang="en-US" sz="1200" b="1" dirty="0">
                <a:solidFill>
                  <a:srgbClr val="128474"/>
                </a:solidFill>
                <a:latin typeface="Arial" pitchFamily="34" charset="0"/>
                <a:ea typeface="Arial" pitchFamily="34" charset="-122"/>
                <a:cs typeface="Arial" pitchFamily="34" charset="-120"/>
              </a:rPr>
              <a:t>Don't lead with raw JSON. </a:t>
            </a:r>
            <a:pPr indent="0" marL="0">
              <a:buNone/>
            </a:pPr>
            <a:r>
              <a:rPr lang="en-US" sz="1200" dirty="0">
                <a:solidFill>
                  <a:srgbClr val="575756"/>
                </a:solidFill>
                <a:latin typeface="Arial" pitchFamily="34" charset="0"/>
                <a:ea typeface="Arial" pitchFamily="34" charset="-122"/>
                <a:cs typeface="Arial" pitchFamily="34" charset="-120"/>
              </a:rPr>
              <a:t>Teach the six-branch picture first — then JSON excerpts read like a table of contents, not a wall of text.</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4750"/>
        </a:solidFill>
      </p:bgPr>
    </p:bg>
    <p:spTree>
      <p:nvGrpSpPr>
        <p:cNvPr id="1" name=""/>
        <p:cNvGrpSpPr/>
        <p:nvPr/>
      </p:nvGrpSpPr>
      <p:grpSpPr>
        <a:xfrm>
          <a:off x="0" y="0"/>
          <a:ext cx="0" cy="0"/>
          <a:chOff x="0" y="0"/>
          <a:chExt cx="0" cy="0"/>
        </a:xfrm>
      </p:grpSpPr>
      <p:sp>
        <p:nvSpPr>
          <p:cNvPr id="900" name="BrandBar"/>
          <p:cNvSpPr/>
          <p:nvPr/>
        </p:nvSpPr>
        <p:spPr>
          <a:xfrm>
            <a:off x="0" y="0"/>
            <a:ext cx="9144000" cy="777240"/>
          </a:xfrm>
          <a:prstGeom prst="rect">
            <a:avLst/>
          </a:prstGeom>
          <a:solidFill>
            <a:srgbClr val="128474"/>
          </a:solidFill>
          <a:ln>
            <a:noFill/>
          </a:ln>
        </p:spPr>
        <p:txBody>
          <a:bodyPr/>
          <a:lstStyle/>
          <a:p/>
        </p:txBody>
      </p:sp>
      <p:sp>
        <p:nvSpPr>
          <p:cNvPr id="901" name="BrandAccent"/>
          <p:cNvSpPr/>
          <p:nvPr/>
        </p:nvSpPr>
        <p:spPr>
          <a:xfrm>
            <a:off x="0" y="777240"/>
            <a:ext cx="9144000" cy="36576"/>
          </a:xfrm>
          <a:prstGeom prst="rect">
            <a:avLst/>
          </a:prstGeom>
          <a:solidFill>
            <a:srgbClr val="94D60A"/>
          </a:solidFill>
          <a:ln>
            <a:noFill/>
          </a:ln>
        </p:spPr>
        <p:txBody>
          <a:bodyPr/>
          <a:lstStyle/>
          <a:p/>
        </p:txBody>
      </p:sp>
      <p:sp>
        <p:nvSpPr>
          <p:cNvPr id="2" name="Text 0"/>
          <p:cNvSpPr/>
          <p:nvPr/>
        </p:nvSpPr>
        <p:spPr>
          <a:xfrm>
            <a:off x="457200" y="82296"/>
            <a:ext cx="8229600" cy="274320"/>
          </a:xfrm>
          <a:prstGeom prst="rect">
            <a:avLst/>
          </a:prstGeom>
          <a:noFill/>
          <a:ln/>
        </p:spPr>
        <p:txBody>
          <a:bodyPr wrap="square" lIns="0" tIns="0" rIns="0" bIns="0" rtlCol="0" anchor="ctr"/>
          <a:lstStyle/>
          <a:p>
            <a:pPr indent="0" marL="0">
              <a:buNone/>
            </a:pPr>
            <a:r>
              <a:rPr sz="1100" lang="en-US" b="1" spc="300" kern="0" dirty="0">
                <a:solidFill>
                  <a:srgbClr val="FFFFFF"/>
                </a:solidFill>
                <a:latin typeface="Arial" pitchFamily="34" charset="0"/>
                <a:ea typeface="Arial" pitchFamily="34" charset="-122"/>
                <a:cs typeface="Arial" pitchFamily="34" charset="-120"/>
              </a:rPr>
              <a:t>INTERACTIVE DEMONSTRATION</a:t>
            </a:r>
            <a:endParaRPr sz="1100" lang="en-US" dirty="0"/>
          </a:p>
        </p:txBody>
      </p:sp>
      <p:sp>
        <p:nvSpPr>
          <p:cNvPr id="3" name="Text 1"/>
          <p:cNvSpPr/>
          <p:nvPr/>
        </p:nvSpPr>
        <p:spPr>
          <a:xfrm>
            <a:off x="457200" y="297180"/>
            <a:ext cx="8412480" cy="566928"/>
          </a:xfrm>
          <a:prstGeom prst="rect">
            <a:avLst/>
          </a:prstGeom>
          <a:noFill/>
          <a:ln/>
        </p:spPr>
        <p:txBody>
          <a:bodyPr wrap="square" lIns="0" tIns="0" rIns="0" bIns="0" rtlCol="0" anchor="ctr"/>
          <a:lstStyle/>
          <a:p>
            <a:pPr indent="0" marL="0">
              <a:buNone/>
            </a:pPr>
            <a:r>
              <a:rPr sz="2400" lang="en-US" b="1" dirty="0">
                <a:solidFill>
                  <a:srgbClr val="FFFFFF"/>
                </a:solidFill>
                <a:latin typeface="Arial" pitchFamily="34" charset="0"/>
                <a:ea typeface="Arial" pitchFamily="34" charset="-122"/>
                <a:cs typeface="Arial" pitchFamily="34" charset="-120"/>
              </a:rPr>
              <a:t>Two HTML Walkthroughs — What to Watch For</a:t>
            </a:r>
            <a:endParaRPr sz="2400" lang="en-US" dirty="0"/>
          </a:p>
        </p:txBody>
      </p:sp>
      <p:sp>
        <p:nvSpPr>
          <p:cNvPr id="4" name="Shape 2"/>
          <p:cNvSpPr/>
          <p:nvPr/>
        </p:nvSpPr>
        <p:spPr>
          <a:xfrm>
            <a:off x="457200" y="1280160"/>
            <a:ext cx="4023360" cy="1170432"/>
          </a:xfrm>
          <a:prstGeom prst="roundRect">
            <a:avLst>
              <a:gd name="adj" fmla="val 7031"/>
            </a:avLst>
          </a:prstGeom>
          <a:solidFill>
            <a:srgbClr val="575756"/>
          </a:solidFill>
          <a:ln/>
        </p:spPr>
      </p:sp>
      <p:sp>
        <p:nvSpPr>
          <p:cNvPr id="5" name="Shape 3"/>
          <p:cNvSpPr/>
          <p:nvPr/>
        </p:nvSpPr>
        <p:spPr>
          <a:xfrm>
            <a:off x="640080" y="1417320"/>
            <a:ext cx="777240" cy="292608"/>
          </a:xfrm>
          <a:prstGeom prst="roundRect">
            <a:avLst>
              <a:gd name="adj" fmla="val 50000"/>
            </a:avLst>
          </a:prstGeom>
          <a:solidFill>
            <a:srgbClr val="1790D0"/>
          </a:solidFill>
          <a:ln/>
        </p:spPr>
      </p:sp>
      <p:sp>
        <p:nvSpPr>
          <p:cNvPr id="6" name="Text 4"/>
          <p:cNvSpPr/>
          <p:nvPr/>
        </p:nvSpPr>
        <p:spPr>
          <a:xfrm>
            <a:off x="640080" y="1417320"/>
            <a:ext cx="77724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DEMO 1</a:t>
            </a:r>
            <a:endParaRPr lang="en-US" sz="1050" dirty="0"/>
          </a:p>
        </p:txBody>
      </p:sp>
      <p:sp>
        <p:nvSpPr>
          <p:cNvPr id="7" name="Text 5">
            <a:hlinkClick r:id="rId1" tooltip="Open in browser"/>
          </p:cNvPr>
          <p:cNvSpPr/>
          <p:nvPr/>
        </p:nvSpPr>
        <p:spPr>
          <a:xfrm>
            <a:off x="640080" y="1755648"/>
            <a:ext cx="3657600" cy="256032"/>
          </a:xfrm>
          <a:prstGeom prst="rect">
            <a:avLst/>
          </a:prstGeom>
          <a:noFill/>
          <a:ln/>
        </p:spPr>
        <p:txBody>
          <a:bodyPr wrap="square" lIns="0" tIns="0" rIns="0" bIns="0" rtlCol="0" anchor="ctr"/>
          <a:lstStyle/>
          <a:p>
            <a:pPr indent="0" marL="0">
              <a:buNone/>
            </a:pPr>
            <a:r>
              <a:rPr lang="en-US" sz="950" b="1" u="sng" dirty="0">
                <a:solidFill>
                  <a:srgbClr val="60C3D6"/>
                </a:solidFill>
                <a:latin typeface="Courier New" pitchFamily="34" charset="0"/>
                <a:ea typeface="Courier New" pitchFamily="34" charset="-122"/>
                <a:cs typeface="Courier New" pitchFamily="34" charset="-120"/>
                <a:hlinkClick r:id="rId1" invalidUrl="" action="" tgtFrame="" tooltip="Open in browser" history="1" highlightClick="0" endSnd="0">
                  <a:extLst>
                    <a:ext uri="{A12FA001-AC4F-418D-AE19-62706E023703}">
                      <ahyp:hlinkClr xmlns:ahyp="http://schemas.microsoft.com/office/drawing/2018/hyperlinkcolor" val="tx"/>
                    </a:ext>
                  </a:extLst>
                </a:hlinkClick>
              </a:rPr>
              <a:t>ars_reportingevent_structure_animation.html</a:t>
            </a:r>
            <a:endParaRPr lang="en-US" sz="950" dirty="0"/>
          </a:p>
        </p:txBody>
      </p:sp>
      <p:sp>
        <p:nvSpPr>
          <p:cNvPr id="8" name="Text 6"/>
          <p:cNvSpPr/>
          <p:nvPr/>
        </p:nvSpPr>
        <p:spPr>
          <a:xfrm>
            <a:off x="640080" y="2011680"/>
            <a:ext cx="3657600" cy="402336"/>
          </a:xfrm>
          <a:prstGeom prst="rect">
            <a:avLst/>
          </a:prstGeom>
          <a:noFill/>
          <a:ln/>
        </p:spPr>
        <p:txBody>
          <a:bodyPr wrap="square" lIns="0" tIns="0" rIns="0" bIns="0" rtlCol="0" anchor="ctr"/>
          <a:lstStyle/>
          <a:p>
            <a:pPr indent="0" marL="0">
              <a:buNone/>
            </a:pPr>
            <a:r>
              <a:rPr lang="en-US" sz="1050" dirty="0">
                <a:solidFill>
                  <a:srgbClr val="6A696D"/>
                </a:solidFill>
                <a:latin typeface="Arial" pitchFamily="34" charset="0"/>
                <a:ea typeface="Arial" pitchFamily="34" charset="-122"/>
                <a:cs typeface="Arial" pitchFamily="34" charset="-120"/>
              </a:rPr>
              <a:t>Annotated shell → the six branches of an ARS ReportingEvent, built step by step</a:t>
            </a:r>
            <a:endParaRPr lang="en-US" sz="1050" dirty="0"/>
          </a:p>
        </p:txBody>
      </p:sp>
      <p:sp>
        <p:nvSpPr>
          <p:cNvPr id="9" name="Shape 7"/>
          <p:cNvSpPr/>
          <p:nvPr/>
        </p:nvSpPr>
        <p:spPr>
          <a:xfrm>
            <a:off x="4709160" y="1280160"/>
            <a:ext cx="4023360" cy="1170432"/>
          </a:xfrm>
          <a:prstGeom prst="roundRect">
            <a:avLst>
              <a:gd name="adj" fmla="val 7031"/>
            </a:avLst>
          </a:prstGeom>
          <a:solidFill>
            <a:srgbClr val="575756"/>
          </a:solidFill>
          <a:ln/>
        </p:spPr>
      </p:sp>
      <p:sp>
        <p:nvSpPr>
          <p:cNvPr id="10" name="Shape 8"/>
          <p:cNvSpPr/>
          <p:nvPr/>
        </p:nvSpPr>
        <p:spPr>
          <a:xfrm>
            <a:off x="4892040" y="1417320"/>
            <a:ext cx="777240" cy="292608"/>
          </a:xfrm>
          <a:prstGeom prst="roundRect">
            <a:avLst>
              <a:gd name="adj" fmla="val 50000"/>
            </a:avLst>
          </a:prstGeom>
          <a:solidFill>
            <a:srgbClr val="128474"/>
          </a:solidFill>
          <a:ln/>
        </p:spPr>
      </p:sp>
      <p:sp>
        <p:nvSpPr>
          <p:cNvPr id="11" name="Text 9"/>
          <p:cNvSpPr/>
          <p:nvPr/>
        </p:nvSpPr>
        <p:spPr>
          <a:xfrm>
            <a:off x="4892040" y="1417320"/>
            <a:ext cx="77724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DEMO 2</a:t>
            </a:r>
            <a:endParaRPr lang="en-US" sz="1050" dirty="0"/>
          </a:p>
        </p:txBody>
      </p:sp>
      <p:sp>
        <p:nvSpPr>
          <p:cNvPr id="12" name="Text 10">
            <a:hlinkClick r:id="rId2" tooltip="Open in browser"/>
          </p:cNvPr>
          <p:cNvSpPr/>
          <p:nvPr/>
        </p:nvSpPr>
        <p:spPr>
          <a:xfrm>
            <a:off x="4892040" y="1755648"/>
            <a:ext cx="3657600" cy="256032"/>
          </a:xfrm>
          <a:prstGeom prst="rect">
            <a:avLst/>
          </a:prstGeom>
          <a:noFill/>
          <a:ln/>
        </p:spPr>
        <p:txBody>
          <a:bodyPr wrap="square" lIns="0" tIns="0" rIns="0" bIns="0" rtlCol="0" anchor="ctr"/>
          <a:lstStyle/>
          <a:p>
            <a:pPr indent="0" marL="0">
              <a:buNone/>
            </a:pPr>
            <a:r>
              <a:rPr lang="en-US" sz="950" b="1" u="sng" dirty="0">
                <a:solidFill>
                  <a:srgbClr val="60C3D6"/>
                </a:solidFill>
                <a:latin typeface="Courier New" pitchFamily="34" charset="0"/>
                <a:ea typeface="Courier New" pitchFamily="34" charset="-122"/>
                <a:cs typeface="Courier New" pitchFamily="34" charset="-120"/>
                <a:hlinkClick r:id="rId2" invalidUrl="" action="" tgtFrame="" tooltip="Open in browser" history="1" highlightClick="0" endSnd="0">
                  <a:extLst>
                    <a:ext uri="{A12FA001-AC4F-418D-AE19-62706E023703}">
                      <ahyp:hlinkClr xmlns:ahyp="http://schemas.microsoft.com/office/drawing/2018/hyperlinkcolor" val="tx"/>
                    </a:ext>
                  </a:extLst>
                </a:hlinkClick>
              </a:rPr>
              <a:t>demog_to_ard_animation.html</a:t>
            </a:r>
            <a:endParaRPr lang="en-US" sz="950" dirty="0"/>
          </a:p>
        </p:txBody>
      </p:sp>
      <p:sp>
        <p:nvSpPr>
          <p:cNvPr id="13" name="Text 11"/>
          <p:cNvSpPr/>
          <p:nvPr/>
        </p:nvSpPr>
        <p:spPr>
          <a:xfrm>
            <a:off x="4892040" y="2011680"/>
            <a:ext cx="3657600" cy="402336"/>
          </a:xfrm>
          <a:prstGeom prst="rect">
            <a:avLst/>
          </a:prstGeom>
          <a:noFill/>
          <a:ln/>
        </p:spPr>
        <p:txBody>
          <a:bodyPr wrap="square" lIns="0" tIns="0" rIns="0" bIns="0" rtlCol="0" anchor="ctr"/>
          <a:lstStyle/>
          <a:p>
            <a:pPr indent="0" marL="0">
              <a:buNone/>
            </a:pPr>
            <a:r>
              <a:rPr lang="en-US" sz="1050" dirty="0">
                <a:solidFill>
                  <a:srgbClr val="6A696D"/>
                </a:solidFill>
                <a:latin typeface="Arial" pitchFamily="34" charset="0"/>
                <a:ea typeface="Arial" pitchFamily="34" charset="-122"/>
                <a:cs typeface="Arial" pitchFamily="34" charset="-120"/>
              </a:rPr>
              <a:t>Demographic table cells → ARD rows, one record per computed value</a:t>
            </a:r>
            <a:endParaRPr lang="en-US" sz="1050" dirty="0"/>
          </a:p>
        </p:txBody>
      </p:sp>
      <p:sp>
        <p:nvSpPr>
          <p:cNvPr id="14" name="Text 12"/>
          <p:cNvSpPr/>
          <p:nvPr/>
        </p:nvSpPr>
        <p:spPr>
          <a:xfrm>
            <a:off x="457200" y="2697480"/>
            <a:ext cx="8229600" cy="27432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As the animations play, watch for:</a:t>
            </a:r>
            <a:endParaRPr lang="en-US" sz="1400" dirty="0"/>
          </a:p>
        </p:txBody>
      </p:sp>
      <p:pic>
        <p:nvPicPr>
          <p:cNvPr id="15" name="Image 0" descr="preencoded.png">    </p:cNvPr>
          <p:cNvPicPr>
            <a:picLocks noChangeAspect="1"/>
          </p:cNvPicPr>
          <p:nvPr/>
        </p:nvPicPr>
        <p:blipFill>
          <a:blip r:embed="rId3"/>
          <a:stretch>
            <a:fillRect/>
          </a:stretch>
        </p:blipFill>
        <p:spPr>
          <a:xfrm>
            <a:off x="502920" y="3163824"/>
            <a:ext cx="201168" cy="201168"/>
          </a:xfrm>
          <a:prstGeom prst="rect">
            <a:avLst/>
          </a:prstGeom>
        </p:spPr>
      </p:pic>
      <p:sp>
        <p:nvSpPr>
          <p:cNvPr id="16" name="Text 13"/>
          <p:cNvSpPr/>
          <p:nvPr/>
        </p:nvSpPr>
        <p:spPr>
          <a:xfrm>
            <a:off x="841248" y="3063240"/>
            <a:ext cx="3840480" cy="402336"/>
          </a:xfrm>
          <a:prstGeom prst="rect">
            <a:avLst/>
          </a:prstGeom>
          <a:noFill/>
          <a:ln/>
        </p:spPr>
        <p:txBody>
          <a:bodyPr wrap="square" lIns="0" tIns="0" rIns="0" bIns="0" rtlCol="0" anchor="ctr"/>
          <a:lstStyle/>
          <a:p>
            <a:pPr indent="0" marL="0">
              <a:buNone/>
            </a:pPr>
            <a:r>
              <a:rPr lang="en-US" sz="1200" dirty="0">
                <a:solidFill>
                  <a:srgbClr val="D9DAD6"/>
                </a:solidFill>
                <a:latin typeface="Arial" pitchFamily="34" charset="0"/>
                <a:ea typeface="Arial" pitchFamily="34" charset="-122"/>
                <a:cs typeface="Arial" pitchFamily="34" charset="-120"/>
              </a:rPr>
              <a:t>Output metadata — IDs, titles, populations</a:t>
            </a:r>
            <a:endParaRPr lang="en-US" sz="1200" dirty="0"/>
          </a:p>
        </p:txBody>
      </p:sp>
      <p:pic>
        <p:nvPicPr>
          <p:cNvPr id="17" name="Image 1" descr="preencoded.png">    </p:cNvPr>
          <p:cNvPicPr>
            <a:picLocks noChangeAspect="1"/>
          </p:cNvPicPr>
          <p:nvPr/>
        </p:nvPicPr>
        <p:blipFill>
          <a:blip r:embed="rId4"/>
          <a:stretch>
            <a:fillRect/>
          </a:stretch>
        </p:blipFill>
        <p:spPr>
          <a:xfrm>
            <a:off x="4754880" y="3163824"/>
            <a:ext cx="201168" cy="201168"/>
          </a:xfrm>
          <a:prstGeom prst="rect">
            <a:avLst/>
          </a:prstGeom>
        </p:spPr>
      </p:pic>
      <p:sp>
        <p:nvSpPr>
          <p:cNvPr id="18" name="Text 14"/>
          <p:cNvSpPr/>
          <p:nvPr/>
        </p:nvSpPr>
        <p:spPr>
          <a:xfrm>
            <a:off x="5093208" y="3063240"/>
            <a:ext cx="3840480" cy="402336"/>
          </a:xfrm>
          <a:prstGeom prst="rect">
            <a:avLst/>
          </a:prstGeom>
          <a:noFill/>
          <a:ln/>
        </p:spPr>
        <p:txBody>
          <a:bodyPr wrap="square" lIns="0" tIns="0" rIns="0" bIns="0" rtlCol="0" anchor="ctr"/>
          <a:lstStyle/>
          <a:p>
            <a:pPr indent="0" marL="0">
              <a:buNone/>
            </a:pPr>
            <a:r>
              <a:rPr lang="en-US" sz="1200" dirty="0">
                <a:solidFill>
                  <a:srgbClr val="D9DAD6"/>
                </a:solidFill>
                <a:latin typeface="Arial" pitchFamily="34" charset="0"/>
                <a:ea typeface="Arial" pitchFamily="34" charset="-122"/>
                <a:cs typeface="Arial" pitchFamily="34" charset="-120"/>
              </a:rPr>
              <a:t>Analysis specifications — methods, groupings</a:t>
            </a:r>
            <a:endParaRPr lang="en-US" sz="1200" dirty="0"/>
          </a:p>
        </p:txBody>
      </p:sp>
      <p:pic>
        <p:nvPicPr>
          <p:cNvPr id="19" name="Image 2" descr="preencoded.png">    </p:cNvPr>
          <p:cNvPicPr>
            <a:picLocks noChangeAspect="1"/>
          </p:cNvPicPr>
          <p:nvPr/>
        </p:nvPicPr>
        <p:blipFill>
          <a:blip r:embed="rId5"/>
          <a:stretch>
            <a:fillRect/>
          </a:stretch>
        </p:blipFill>
        <p:spPr>
          <a:xfrm>
            <a:off x="502920" y="3675888"/>
            <a:ext cx="201168" cy="201168"/>
          </a:xfrm>
          <a:prstGeom prst="rect">
            <a:avLst/>
          </a:prstGeom>
        </p:spPr>
      </p:pic>
      <p:sp>
        <p:nvSpPr>
          <p:cNvPr id="20" name="Text 15"/>
          <p:cNvSpPr/>
          <p:nvPr/>
        </p:nvSpPr>
        <p:spPr>
          <a:xfrm>
            <a:off x="841248" y="3575304"/>
            <a:ext cx="3840480" cy="402336"/>
          </a:xfrm>
          <a:prstGeom prst="rect">
            <a:avLst/>
          </a:prstGeom>
          <a:noFill/>
          <a:ln/>
        </p:spPr>
        <p:txBody>
          <a:bodyPr wrap="square" lIns="0" tIns="0" rIns="0" bIns="0" rtlCol="0" anchor="ctr"/>
          <a:lstStyle/>
          <a:p>
            <a:pPr indent="0" marL="0">
              <a:buNone/>
            </a:pPr>
            <a:r>
              <a:rPr lang="en-US" sz="1200" dirty="0">
                <a:solidFill>
                  <a:srgbClr val="D9DAD6"/>
                </a:solidFill>
                <a:latin typeface="Arial" pitchFamily="34" charset="0"/>
                <a:ea typeface="Arial" pitchFamily="34" charset="-122"/>
                <a:cs typeface="Arial" pitchFamily="34" charset="-120"/>
              </a:rPr>
              <a:t>Result metadata — patterns, formatted values</a:t>
            </a:r>
            <a:endParaRPr lang="en-US" sz="1200" dirty="0"/>
          </a:p>
        </p:txBody>
      </p:sp>
      <p:pic>
        <p:nvPicPr>
          <p:cNvPr id="21" name="Image 3" descr="preencoded.png">    </p:cNvPr>
          <p:cNvPicPr>
            <a:picLocks noChangeAspect="1"/>
          </p:cNvPicPr>
          <p:nvPr/>
        </p:nvPicPr>
        <p:blipFill>
          <a:blip r:embed="rId6"/>
          <a:stretch>
            <a:fillRect/>
          </a:stretch>
        </p:blipFill>
        <p:spPr>
          <a:xfrm>
            <a:off x="4754880" y="3675888"/>
            <a:ext cx="201168" cy="201168"/>
          </a:xfrm>
          <a:prstGeom prst="rect">
            <a:avLst/>
          </a:prstGeom>
        </p:spPr>
      </p:pic>
      <p:sp>
        <p:nvSpPr>
          <p:cNvPr id="22" name="Text 16"/>
          <p:cNvSpPr/>
          <p:nvPr/>
        </p:nvSpPr>
        <p:spPr>
          <a:xfrm>
            <a:off x="5093208" y="3575304"/>
            <a:ext cx="3840480" cy="402336"/>
          </a:xfrm>
          <a:prstGeom prst="rect">
            <a:avLst/>
          </a:prstGeom>
          <a:noFill/>
          <a:ln/>
        </p:spPr>
        <p:txBody>
          <a:bodyPr wrap="square" lIns="0" tIns="0" rIns="0" bIns="0" rtlCol="0" anchor="ctr"/>
          <a:lstStyle/>
          <a:p>
            <a:pPr indent="0" marL="0">
              <a:buNone/>
            </a:pPr>
            <a:r>
              <a:rPr lang="en-US" sz="1200" dirty="0">
                <a:solidFill>
                  <a:srgbClr val="D9DAD6"/>
                </a:solidFill>
                <a:latin typeface="Arial" pitchFamily="34" charset="0"/>
                <a:ea typeface="Arial" pitchFamily="34" charset="-122"/>
                <a:cs typeface="Arial" pitchFamily="34" charset="-120"/>
              </a:rPr>
              <a:t>Dataset &amp; variable relationships</a:t>
            </a:r>
            <a:endParaRPr lang="en-US" sz="1200" dirty="0"/>
          </a:p>
        </p:txBody>
      </p:sp>
      <p:pic>
        <p:nvPicPr>
          <p:cNvPr id="23" name="Image 4" descr="preencoded.png">    </p:cNvPr>
          <p:cNvPicPr>
            <a:picLocks noChangeAspect="1"/>
          </p:cNvPicPr>
          <p:nvPr/>
        </p:nvPicPr>
        <p:blipFill>
          <a:blip r:embed="rId7"/>
          <a:stretch>
            <a:fillRect/>
          </a:stretch>
        </p:blipFill>
        <p:spPr>
          <a:xfrm>
            <a:off x="502920" y="4187952"/>
            <a:ext cx="201168" cy="201168"/>
          </a:xfrm>
          <a:prstGeom prst="rect">
            <a:avLst/>
          </a:prstGeom>
        </p:spPr>
      </p:pic>
      <p:sp>
        <p:nvSpPr>
          <p:cNvPr id="24" name="Text 17"/>
          <p:cNvSpPr/>
          <p:nvPr/>
        </p:nvSpPr>
        <p:spPr>
          <a:xfrm>
            <a:off x="841248" y="4087368"/>
            <a:ext cx="3840480" cy="402336"/>
          </a:xfrm>
          <a:prstGeom prst="rect">
            <a:avLst/>
          </a:prstGeom>
          <a:noFill/>
          <a:ln/>
        </p:spPr>
        <p:txBody>
          <a:bodyPr wrap="square" lIns="0" tIns="0" rIns="0" bIns="0" rtlCol="0" anchor="ctr"/>
          <a:lstStyle/>
          <a:p>
            <a:pPr indent="0" marL="0">
              <a:buNone/>
            </a:pPr>
            <a:r>
              <a:rPr lang="en-US" sz="1200" dirty="0">
                <a:solidFill>
                  <a:srgbClr val="D9DAD6"/>
                </a:solidFill>
                <a:latin typeface="Arial" pitchFamily="34" charset="0"/>
                <a:ea typeface="Arial" pitchFamily="34" charset="-122"/>
                <a:cs typeface="Arial" pitchFamily="34" charset="-120"/>
              </a:rPr>
              <a:t>Structured representation of TLF requirements</a:t>
            </a:r>
            <a:endParaRPr lang="en-US" sz="1200" dirty="0"/>
          </a:p>
        </p:txBody>
      </p:sp>
      <p:pic>
        <p:nvPicPr>
          <p:cNvPr id="25" name="Image 5" descr="preencoded.png">    </p:cNvPr>
          <p:cNvPicPr>
            <a:picLocks noChangeAspect="1"/>
          </p:cNvPicPr>
          <p:nvPr/>
        </p:nvPicPr>
        <p:blipFill>
          <a:blip r:embed="rId8"/>
          <a:stretch>
            <a:fillRect/>
          </a:stretch>
        </p:blipFill>
        <p:spPr>
          <a:xfrm>
            <a:off x="4754880" y="4187952"/>
            <a:ext cx="201168" cy="201168"/>
          </a:xfrm>
          <a:prstGeom prst="rect">
            <a:avLst/>
          </a:prstGeom>
        </p:spPr>
      </p:pic>
      <p:sp>
        <p:nvSpPr>
          <p:cNvPr id="26" name="Text 18"/>
          <p:cNvSpPr/>
          <p:nvPr/>
        </p:nvSpPr>
        <p:spPr>
          <a:xfrm>
            <a:off x="5093208" y="4087368"/>
            <a:ext cx="3840480" cy="402336"/>
          </a:xfrm>
          <a:prstGeom prst="rect">
            <a:avLst/>
          </a:prstGeom>
          <a:noFill/>
          <a:ln/>
        </p:spPr>
        <p:txBody>
          <a:bodyPr wrap="square" lIns="0" tIns="0" rIns="0" bIns="0" rtlCol="0" anchor="ctr"/>
          <a:lstStyle/>
          <a:p>
            <a:pPr indent="0" marL="0">
              <a:buNone/>
            </a:pPr>
            <a:r>
              <a:rPr lang="en-US" sz="1200" dirty="0">
                <a:solidFill>
                  <a:srgbClr val="D9DAD6"/>
                </a:solidFill>
                <a:latin typeface="Arial" pitchFamily="34" charset="0"/>
                <a:ea typeface="Arial" pitchFamily="34" charset="-122"/>
                <a:cs typeface="Arial" pitchFamily="34" charset="-120"/>
              </a:rPr>
              <a:t>Traceability: shell → metadata → output</a:t>
            </a:r>
            <a:endParaRPr lang="en-US" sz="1200" dirty="0"/>
          </a:p>
        </p:txBody>
      </p:sp>
      <p:sp>
        <p:nvSpPr>
          <p:cNvPr id="27" name="Text 19"/>
          <p:cNvSpPr/>
          <p:nvPr/>
        </p:nvSpPr>
        <p:spPr>
          <a:xfrm>
            <a:off x="457200" y="4681728"/>
            <a:ext cx="8229600" cy="274320"/>
          </a:xfrm>
          <a:prstGeom prst="rect">
            <a:avLst/>
          </a:prstGeom>
          <a:noFill/>
          <a:ln/>
        </p:spPr>
        <p:txBody>
          <a:bodyPr wrap="square" lIns="0" tIns="0" rIns="0" bIns="0" rtlCol="0" anchor="ctr"/>
          <a:lstStyle/>
          <a:p>
            <a:pPr indent="0" marL="0">
              <a:buNone/>
            </a:pPr>
            <a:r>
              <a:rPr lang="en-US" sz="1050" i="1" dirty="0">
                <a:solidFill>
                  <a:srgbClr val="6A696D"/>
                </a:solidFill>
                <a:latin typeface="Arial" pitchFamily="34" charset="0"/>
                <a:ea typeface="Arial" pitchFamily="34" charset="-122"/>
                <a:cs typeface="Arial" pitchFamily="34" charset="-120"/>
              </a:rPr>
              <a:t>File names are clickable when this deck sits in the project folder — or open them from the repo directly.</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name="Slide 11">
    <p:bg>
      <p:bgPr>
        <a:solidFill>
          <a:srgbClr val="004750"/>
        </a:solidFill>
      </p:bgPr>
    </p:bg>
    <p:spTree>
      <p:nvGrpSpPr>
        <p:cNvPr id="1" name=""/>
        <p:cNvGrpSpPr/>
        <p:nvPr/>
      </p:nvGrpSpPr>
      <p:grpSpPr>
        <a:xfrm>
          <a:off x="0" y="0"/>
          <a:ext cx="0" cy="0"/>
          <a:chOff x="0" y="0"/>
          <a:chExt cx="0" cy="0"/>
        </a:xfrm>
      </p:grpSpPr>
      <p:sp>
        <p:nvSpPr>
          <p:cNvPr id="2" name="Text 0"/>
          <p:cNvSpPr/>
          <p:nvPr/>
        </p:nvSpPr>
        <p:spPr>
          <a:xfrm>
            <a:off x="457200" y="201168"/>
            <a:ext cx="6949440" cy="365760"/>
          </a:xfrm>
          <a:prstGeom prst="rect">
            <a:avLst/>
          </a:prstGeom>
          <a:noFill/>
          <a:ln/>
        </p:spPr>
        <p:txBody>
          <a:bodyPr wrap="square" lIns="0" tIns="0" rIns="0" bIns="0" rtlCol="0" anchor="ctr"/>
          <a:lstStyle/>
          <a:p>
            <a:pPr indent="0" marL="0">
              <a:buNone/>
            </a:pPr>
            <a:r>
              <a:rPr lang="en-US" sz="2000" b="1" dirty="0">
                <a:solidFill>
                  <a:srgbClr val="60C3D6"/>
                </a:solidFill>
                <a:latin typeface="Arial" pitchFamily="34" charset="0"/>
                <a:ea typeface="Arial" pitchFamily="34" charset="-122"/>
                <a:cs typeface="Arial" pitchFamily="34" charset="-120"/>
              </a:rPr>
              <a:t>DEMO 1   </a:t>
            </a:r>
            <a:pPr indent="0" marL="0">
              <a:buNone/>
            </a:pPr>
            <a:r>
              <a:rPr lang="en-US" sz="2000" b="1" dirty="0">
                <a:solidFill>
                  <a:srgbClr val="FFFFFF"/>
                </a:solidFill>
                <a:latin typeface="Arial" pitchFamily="34" charset="0"/>
                <a:ea typeface="Arial" pitchFamily="34" charset="-122"/>
                <a:cs typeface="Arial" pitchFamily="34" charset="-120"/>
              </a:rPr>
              <a:t>Annotated Shell → ARS ReportingEvent</a:t>
            </a:r>
            <a:endParaRPr lang="en-US" sz="2000" dirty="0"/>
          </a:p>
        </p:txBody>
      </p:sp>
      <p:pic>
        <p:nvPicPr>
          <p:cNvPr id="3" name="Image 0" descr="preview_reportingevent.png">
            <a:hlinkClick r:id="rId2" tooltip="Open interactive animation"/>
          </p:cNvPr>
          <p:cNvPicPr>
            <a:picLocks noChangeAspect="1"/>
          </p:cNvPicPr>
          <p:nvPr/>
        </p:nvPicPr>
        <p:blipFill>
          <a:blip r:embed="rId1"/>
          <a:stretch>
            <a:fillRect/>
          </a:stretch>
        </p:blipFill>
        <p:spPr>
          <a:xfrm>
            <a:off x="960120" y="658368"/>
            <a:ext cx="7223760" cy="4398264"/>
          </a:xfrm>
          <a:prstGeom prst="rect">
            <a:avLst/>
          </a:prstGeom>
        </p:spPr>
      </p:pic>
      <p:sp>
        <p:nvSpPr>
          <p:cNvPr id="4" name="Shape 1"/>
          <p:cNvSpPr/>
          <p:nvPr/>
        </p:nvSpPr>
        <p:spPr>
          <a:xfrm>
            <a:off x="6309360" y="219456"/>
            <a:ext cx="2377440" cy="347472"/>
          </a:xfrm>
          <a:prstGeom prst="roundRect">
            <a:avLst>
              <a:gd name="adj" fmla="val 50000"/>
            </a:avLst>
          </a:prstGeom>
          <a:solidFill>
            <a:srgbClr val="1790D0"/>
          </a:solidFill>
          <a:ln/>
        </p:spPr>
      </p:sp>
      <p:sp>
        <p:nvSpPr>
          <p:cNvPr id="5" name="Text 2">
            <a:hlinkClick r:id="rId3" tooltip="ars_reportingevent_structure_animation.html"/>
          </p:cNvPr>
          <p:cNvSpPr/>
          <p:nvPr/>
        </p:nvSpPr>
        <p:spPr>
          <a:xfrm>
            <a:off x="6309360" y="219456"/>
            <a:ext cx="2377440" cy="347472"/>
          </a:xfrm>
          <a:prstGeom prst="rect">
            <a:avLst/>
          </a:prstGeom>
          <a:noFill/>
          <a:ln/>
        </p:spPr>
        <p:txBody>
          <a:bodyPr wrap="square" lIns="0" tIns="0" rIns="0" bIns="0" rtlCol="0" anchor="ctr"/>
          <a:lstStyle/>
          <a:p>
            <a:pPr algn="ctr" indent="0" marL="0">
              <a:buNone/>
            </a:pPr>
            <a:r>
              <a:rPr lang="en-US" sz="1050" b="1" u="sng" dirty="0">
                <a:solidFill>
                  <a:srgbClr val="FFFFFF"/>
                </a:solidFill>
                <a:latin typeface="Arial" pitchFamily="34" charset="0"/>
                <a:ea typeface="Arial" pitchFamily="34" charset="-122"/>
                <a:cs typeface="Arial" pitchFamily="34" charset="-120"/>
                <a:hlinkClick r:id="rId3" invalidUrl="" action="" tgtFrame="" tooltip="ars_reportingevent_structure_animation.html" history="1" highlightClick="0" endSnd="0">
                  <a:extLst>
                    <a:ext uri="{A12FA001-AC4F-418D-AE19-62706E023703}">
                      <ahyp:hlinkClr xmlns:ahyp="http://schemas.microsoft.com/office/drawing/2018/hyperlinkcolor" val="tx"/>
                    </a:ext>
                  </a:extLst>
                </a:hlinkClick>
              </a:rPr>
              <a:t>▶  open interactive version</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name="Slide 12">
    <p:bg>
      <p:bgPr>
        <a:solidFill>
          <a:srgbClr val="004750"/>
        </a:solidFill>
      </p:bgPr>
    </p:bg>
    <p:spTree>
      <p:nvGrpSpPr>
        <p:cNvPr id="1" name=""/>
        <p:cNvGrpSpPr/>
        <p:nvPr/>
      </p:nvGrpSpPr>
      <p:grpSpPr>
        <a:xfrm>
          <a:off x="0" y="0"/>
          <a:ext cx="0" cy="0"/>
          <a:chOff x="0" y="0"/>
          <a:chExt cx="0" cy="0"/>
        </a:xfrm>
      </p:grpSpPr>
      <p:sp>
        <p:nvSpPr>
          <p:cNvPr id="2" name="Text 0"/>
          <p:cNvSpPr/>
          <p:nvPr/>
        </p:nvSpPr>
        <p:spPr>
          <a:xfrm>
            <a:off x="457200" y="201168"/>
            <a:ext cx="6949440" cy="365760"/>
          </a:xfrm>
          <a:prstGeom prst="rect">
            <a:avLst/>
          </a:prstGeom>
          <a:noFill/>
          <a:ln/>
        </p:spPr>
        <p:txBody>
          <a:bodyPr wrap="square" lIns="0" tIns="0" rIns="0" bIns="0" rtlCol="0" anchor="ctr"/>
          <a:lstStyle/>
          <a:p>
            <a:pPr indent="0" marL="0">
              <a:buNone/>
            </a:pPr>
            <a:r>
              <a:rPr lang="en-US" sz="2000" b="1" dirty="0">
                <a:solidFill>
                  <a:srgbClr val="CEDB00"/>
                </a:solidFill>
                <a:latin typeface="Arial" pitchFamily="34" charset="0"/>
                <a:ea typeface="Arial" pitchFamily="34" charset="-122"/>
                <a:cs typeface="Arial" pitchFamily="34" charset="-120"/>
              </a:rPr>
              <a:t>DEMO 2   </a:t>
            </a:r>
            <a:pPr indent="0" marL="0">
              <a:buNone/>
            </a:pPr>
            <a:r>
              <a:rPr lang="en-US" sz="2000" b="1" dirty="0">
                <a:solidFill>
                  <a:srgbClr val="FFFFFF"/>
                </a:solidFill>
                <a:latin typeface="Arial" pitchFamily="34" charset="0"/>
                <a:ea typeface="Arial" pitchFamily="34" charset="-122"/>
                <a:cs typeface="Arial" pitchFamily="34" charset="-120"/>
              </a:rPr>
              <a:t>Demographic Table → ARD, Cell by Cell</a:t>
            </a:r>
            <a:endParaRPr lang="en-US" sz="2000" dirty="0"/>
          </a:p>
        </p:txBody>
      </p:sp>
      <p:pic>
        <p:nvPicPr>
          <p:cNvPr id="3" name="Image 0" descr="preview_demog_ard.png">
            <a:hlinkClick r:id="rId2" tooltip="Open interactive animation"/>
          </p:cNvPr>
          <p:cNvPicPr>
            <a:picLocks noChangeAspect="1"/>
          </p:cNvPicPr>
          <p:nvPr/>
        </p:nvPicPr>
        <p:blipFill>
          <a:blip r:embed="rId1"/>
          <a:stretch>
            <a:fillRect/>
          </a:stretch>
        </p:blipFill>
        <p:spPr>
          <a:xfrm>
            <a:off x="1069848" y="658368"/>
            <a:ext cx="7004304" cy="4398264"/>
          </a:xfrm>
          <a:prstGeom prst="rect">
            <a:avLst/>
          </a:prstGeom>
        </p:spPr>
      </p:pic>
      <p:sp>
        <p:nvSpPr>
          <p:cNvPr id="4" name="Shape 1"/>
          <p:cNvSpPr/>
          <p:nvPr/>
        </p:nvSpPr>
        <p:spPr>
          <a:xfrm>
            <a:off x="6309360" y="219456"/>
            <a:ext cx="2377440" cy="347472"/>
          </a:xfrm>
          <a:prstGeom prst="roundRect">
            <a:avLst>
              <a:gd name="adj" fmla="val 50000"/>
            </a:avLst>
          </a:prstGeom>
          <a:solidFill>
            <a:srgbClr val="128474"/>
          </a:solidFill>
          <a:ln/>
        </p:spPr>
      </p:sp>
      <p:sp>
        <p:nvSpPr>
          <p:cNvPr id="5" name="Text 2">
            <a:hlinkClick r:id="rId3" tooltip="demog_to_ard_animation.html"/>
          </p:cNvPr>
          <p:cNvSpPr/>
          <p:nvPr/>
        </p:nvSpPr>
        <p:spPr>
          <a:xfrm>
            <a:off x="6309360" y="219456"/>
            <a:ext cx="2377440" cy="347472"/>
          </a:xfrm>
          <a:prstGeom prst="rect">
            <a:avLst/>
          </a:prstGeom>
          <a:noFill/>
          <a:ln/>
        </p:spPr>
        <p:txBody>
          <a:bodyPr wrap="square" lIns="0" tIns="0" rIns="0" bIns="0" rtlCol="0" anchor="ctr"/>
          <a:lstStyle/>
          <a:p>
            <a:pPr algn="ctr" indent="0" marL="0">
              <a:buNone/>
            </a:pPr>
            <a:r>
              <a:rPr lang="en-US" sz="1050" b="1" u="sng" dirty="0">
                <a:solidFill>
                  <a:srgbClr val="FFFFFF"/>
                </a:solidFill>
                <a:latin typeface="Arial" pitchFamily="34" charset="0"/>
                <a:ea typeface="Arial" pitchFamily="34" charset="-122"/>
                <a:cs typeface="Arial" pitchFamily="34" charset="-120"/>
                <a:hlinkClick r:id="rId3" invalidUrl="" action="" tgtFrame="" tooltip="demog_to_ard_animation.html" history="1" highlightClick="0" endSnd="0">
                  <a:extLst>
                    <a:ext uri="{A12FA001-AC4F-418D-AE19-62706E023703}">
                      <ahyp:hlinkClr xmlns:ahyp="http://schemas.microsoft.com/office/drawing/2018/hyperlinkcolor" val="tx"/>
                    </a:ext>
                  </a:extLst>
                </a:hlinkClick>
              </a:rPr>
              <a:t>▶  open interactive version</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900" name="BrandBar"/>
          <p:cNvSpPr/>
          <p:nvPr/>
        </p:nvSpPr>
        <p:spPr>
          <a:xfrm>
            <a:off x="0" y="0"/>
            <a:ext cx="9144000" cy="777240"/>
          </a:xfrm>
          <a:prstGeom prst="rect">
            <a:avLst/>
          </a:prstGeom>
          <a:solidFill>
            <a:srgbClr val="128474"/>
          </a:solidFill>
          <a:ln>
            <a:noFill/>
          </a:ln>
        </p:spPr>
        <p:txBody>
          <a:bodyPr/>
          <a:lstStyle/>
          <a:p/>
        </p:txBody>
      </p:sp>
      <p:sp>
        <p:nvSpPr>
          <p:cNvPr id="901" name="BrandAccent"/>
          <p:cNvSpPr/>
          <p:nvPr/>
        </p:nvSpPr>
        <p:spPr>
          <a:xfrm>
            <a:off x="0" y="777240"/>
            <a:ext cx="9144000" cy="36576"/>
          </a:xfrm>
          <a:prstGeom prst="rect">
            <a:avLst/>
          </a:prstGeom>
          <a:solidFill>
            <a:srgbClr val="94D60A"/>
          </a:solidFill>
          <a:ln>
            <a:noFill/>
          </a:ln>
        </p:spPr>
        <p:txBody>
          <a:bodyPr/>
          <a:lstStyle/>
          <a:p/>
        </p:txBody>
      </p:sp>
      <p:sp>
        <p:nvSpPr>
          <p:cNvPr id="2" name="Text 0"/>
          <p:cNvSpPr/>
          <p:nvPr/>
        </p:nvSpPr>
        <p:spPr>
          <a:xfrm>
            <a:off x="457200" y="82296"/>
            <a:ext cx="8229600" cy="274320"/>
          </a:xfrm>
          <a:prstGeom prst="rect">
            <a:avLst/>
          </a:prstGeom>
          <a:noFill/>
          <a:ln/>
        </p:spPr>
        <p:txBody>
          <a:bodyPr wrap="square" lIns="0" tIns="0" rIns="0" bIns="0" rtlCol="0" anchor="ctr"/>
          <a:lstStyle/>
          <a:p>
            <a:pPr indent="0" marL="0">
              <a:buNone/>
            </a:pPr>
            <a:r>
              <a:rPr sz="1100" lang="en-US" b="1" spc="300" kern="0" dirty="0">
                <a:solidFill>
                  <a:srgbClr val="FFFFFF"/>
                </a:solidFill>
                <a:latin typeface="Arial" pitchFamily="34" charset="0"/>
                <a:ea typeface="Arial" pitchFamily="34" charset="-122"/>
                <a:cs typeface="Arial" pitchFamily="34" charset="-120"/>
              </a:rPr>
              <a:t>UNDER THE HOOD</a:t>
            </a:r>
            <a:endParaRPr sz="1100" lang="en-US" dirty="0"/>
          </a:p>
        </p:txBody>
      </p:sp>
      <p:sp>
        <p:nvSpPr>
          <p:cNvPr id="3" name="Text 1"/>
          <p:cNvSpPr/>
          <p:nvPr/>
        </p:nvSpPr>
        <p:spPr>
          <a:xfrm>
            <a:off x="457200" y="297180"/>
            <a:ext cx="8412480" cy="566928"/>
          </a:xfrm>
          <a:prstGeom prst="rect">
            <a:avLst/>
          </a:prstGeom>
          <a:noFill/>
          <a:ln/>
        </p:spPr>
        <p:txBody>
          <a:bodyPr wrap="square" lIns="0" tIns="0" rIns="0" bIns="0" rtlCol="0" anchor="ctr"/>
          <a:lstStyle/>
          <a:p>
            <a:pPr indent="0" marL="0">
              <a:buNone/>
            </a:pPr>
            <a:r>
              <a:rPr sz="2400" lang="en-US" b="1" dirty="0">
                <a:solidFill>
                  <a:srgbClr val="FFFFFF"/>
                </a:solidFill>
                <a:latin typeface="Arial" pitchFamily="34" charset="0"/>
                <a:ea typeface="Arial" pitchFamily="34" charset="-122"/>
                <a:cs typeface="Arial" pitchFamily="34" charset="-120"/>
              </a:rPr>
              <a:t>Core Components of ARS</a:t>
            </a:r>
            <a:endParaRPr sz="2400" lang="en-US" dirty="0"/>
          </a:p>
        </p:txBody>
      </p:sp>
      <p:sp>
        <p:nvSpPr>
          <p:cNvPr id="4" name="Shape 2"/>
          <p:cNvSpPr/>
          <p:nvPr/>
        </p:nvSpPr>
        <p:spPr>
          <a:xfrm>
            <a:off x="457200" y="1261872"/>
            <a:ext cx="5852160" cy="420624"/>
          </a:xfrm>
          <a:prstGeom prst="roundRect">
            <a:avLst>
              <a:gd name="adj" fmla="val 15217"/>
            </a:avLst>
          </a:prstGeom>
          <a:solidFill>
            <a:srgbClr val="004750"/>
          </a:solidFill>
          <a:ln/>
        </p:spPr>
      </p:sp>
      <p:sp>
        <p:nvSpPr>
          <p:cNvPr id="5" name="Text 3"/>
          <p:cNvSpPr/>
          <p:nvPr/>
        </p:nvSpPr>
        <p:spPr>
          <a:xfrm>
            <a:off x="640080" y="1261872"/>
            <a:ext cx="5486400" cy="420624"/>
          </a:xfrm>
          <a:prstGeom prst="rect">
            <a:avLst/>
          </a:prstGeom>
          <a:noFill/>
          <a:ln/>
        </p:spPr>
        <p:txBody>
          <a:bodyPr wrap="square" lIns="0" tIns="0" rIns="0" bIns="0" rtlCol="0" anchor="ctr"/>
          <a:lstStyle/>
          <a:p>
            <a:pPr indent="0" marL="0">
              <a:buNone/>
            </a:pPr>
            <a:r>
              <a:rPr lang="en-US" sz="1150" b="1" dirty="0">
                <a:solidFill>
                  <a:srgbClr val="FFFFFF"/>
                </a:solidFill>
                <a:latin typeface="Courier New" pitchFamily="34" charset="0"/>
                <a:ea typeface="Courier New" pitchFamily="34" charset="-122"/>
                <a:cs typeface="Courier New" pitchFamily="34" charset="-120"/>
              </a:rPr>
              <a:t>ReportingEvent</a:t>
            </a:r>
            <a:pPr indent="0" marL="0">
              <a:buNone/>
            </a:pPr>
            <a:r>
              <a:rPr lang="en-US" sz="1150" dirty="0">
                <a:solidFill>
                  <a:srgbClr val="6A696D"/>
                </a:solidFill>
                <a:latin typeface="Arial" pitchFamily="34" charset="0"/>
                <a:ea typeface="Arial" pitchFamily="34" charset="-122"/>
                <a:cs typeface="Arial" pitchFamily="34" charset="-120"/>
              </a:rPr>
              <a:t>   the root: one study reporting effort, one file</a:t>
            </a:r>
            <a:endParaRPr lang="en-US" sz="1150" dirty="0"/>
          </a:p>
        </p:txBody>
      </p:sp>
      <p:sp>
        <p:nvSpPr>
          <p:cNvPr id="6" name="Shape 4"/>
          <p:cNvSpPr/>
          <p:nvPr/>
        </p:nvSpPr>
        <p:spPr>
          <a:xfrm>
            <a:off x="457200" y="1828800"/>
            <a:ext cx="1394460" cy="713232"/>
          </a:xfrm>
          <a:prstGeom prst="roundRect">
            <a:avLst>
              <a:gd name="adj" fmla="val 7692"/>
            </a:avLst>
          </a:prstGeom>
          <a:solidFill>
            <a:srgbClr val="F2F3ED"/>
          </a:solidFill>
          <a:ln w="12700">
            <a:solidFill>
              <a:srgbClr val="D9DAD6"/>
            </a:solidFill>
            <a:prstDash val="solid"/>
          </a:ln>
        </p:spPr>
      </p:sp>
      <p:sp>
        <p:nvSpPr>
          <p:cNvPr id="7" name="Text 5"/>
          <p:cNvSpPr/>
          <p:nvPr/>
        </p:nvSpPr>
        <p:spPr>
          <a:xfrm>
            <a:off x="512064" y="1901952"/>
            <a:ext cx="1284732" cy="237744"/>
          </a:xfrm>
          <a:prstGeom prst="rect">
            <a:avLst/>
          </a:prstGeom>
          <a:noFill/>
          <a:ln/>
        </p:spPr>
        <p:txBody>
          <a:bodyPr wrap="square" lIns="0" tIns="0" rIns="0" bIns="0" rtlCol="0" anchor="ctr"/>
          <a:lstStyle/>
          <a:p>
            <a:pPr algn="ctr" indent="0" marL="0">
              <a:buNone/>
            </a:pPr>
            <a:r>
              <a:rPr lang="en-US" sz="950" b="1" dirty="0">
                <a:solidFill>
                  <a:srgbClr val="1790D0"/>
                </a:solidFill>
                <a:latin typeface="Courier New" pitchFamily="34" charset="0"/>
                <a:ea typeface="Courier New" pitchFamily="34" charset="-122"/>
                <a:cs typeface="Courier New" pitchFamily="34" charset="-120"/>
              </a:rPr>
              <a:t>AnalysisSet</a:t>
            </a:r>
            <a:endParaRPr lang="en-US" sz="950" dirty="0"/>
          </a:p>
        </p:txBody>
      </p:sp>
      <p:sp>
        <p:nvSpPr>
          <p:cNvPr id="8" name="Text 6"/>
          <p:cNvSpPr/>
          <p:nvPr/>
        </p:nvSpPr>
        <p:spPr>
          <a:xfrm>
            <a:off x="512064" y="2157984"/>
            <a:ext cx="1284732" cy="347472"/>
          </a:xfrm>
          <a:prstGeom prst="rect">
            <a:avLst/>
          </a:prstGeom>
          <a:noFill/>
          <a:ln/>
        </p:spPr>
        <p:txBody>
          <a:bodyPr wrap="square" lIns="0" tIns="0" rIns="0" bIns="0" rtlCol="0" anchor="ctr"/>
          <a:lstStyle/>
          <a:p>
            <a:pPr algn="ctr" indent="0" marL="0">
              <a:buNone/>
            </a:pPr>
            <a:r>
              <a:rPr lang="en-US" sz="850" dirty="0">
                <a:solidFill>
                  <a:srgbClr val="6A696D"/>
                </a:solidFill>
                <a:latin typeface="Arial" pitchFamily="34" charset="0"/>
                <a:ea typeface="Arial" pitchFamily="34" charset="-122"/>
                <a:cs typeface="Arial" pitchFamily="34" charset="-120"/>
              </a:rPr>
              <a:t>populations (who)</a:t>
            </a:r>
            <a:endParaRPr lang="en-US" sz="850" dirty="0"/>
          </a:p>
        </p:txBody>
      </p:sp>
      <p:sp>
        <p:nvSpPr>
          <p:cNvPr id="9" name="Shape 7"/>
          <p:cNvSpPr/>
          <p:nvPr/>
        </p:nvSpPr>
        <p:spPr>
          <a:xfrm>
            <a:off x="1943100" y="1828800"/>
            <a:ext cx="1394460" cy="713232"/>
          </a:xfrm>
          <a:prstGeom prst="roundRect">
            <a:avLst>
              <a:gd name="adj" fmla="val 7692"/>
            </a:avLst>
          </a:prstGeom>
          <a:solidFill>
            <a:srgbClr val="F2F3ED"/>
          </a:solidFill>
          <a:ln w="12700">
            <a:solidFill>
              <a:srgbClr val="D9DAD6"/>
            </a:solidFill>
            <a:prstDash val="solid"/>
          </a:ln>
        </p:spPr>
      </p:sp>
      <p:sp>
        <p:nvSpPr>
          <p:cNvPr id="10" name="Text 8"/>
          <p:cNvSpPr/>
          <p:nvPr/>
        </p:nvSpPr>
        <p:spPr>
          <a:xfrm>
            <a:off x="1997964" y="1901952"/>
            <a:ext cx="1284732" cy="237744"/>
          </a:xfrm>
          <a:prstGeom prst="rect">
            <a:avLst/>
          </a:prstGeom>
          <a:noFill/>
          <a:ln/>
        </p:spPr>
        <p:txBody>
          <a:bodyPr wrap="square" lIns="0" tIns="0" rIns="0" bIns="0" rtlCol="0" anchor="ctr"/>
          <a:lstStyle/>
          <a:p>
            <a:pPr algn="ctr" indent="0" marL="0">
              <a:buNone/>
            </a:pPr>
            <a:r>
              <a:rPr lang="en-US" sz="950" b="1" dirty="0">
                <a:solidFill>
                  <a:srgbClr val="128474"/>
                </a:solidFill>
                <a:latin typeface="Courier New" pitchFamily="34" charset="0"/>
                <a:ea typeface="Courier New" pitchFamily="34" charset="-122"/>
                <a:cs typeface="Courier New" pitchFamily="34" charset="-120"/>
              </a:rPr>
              <a:t>DataSubset</a:t>
            </a:r>
            <a:endParaRPr lang="en-US" sz="950" dirty="0"/>
          </a:p>
        </p:txBody>
      </p:sp>
      <p:sp>
        <p:nvSpPr>
          <p:cNvPr id="11" name="Text 9"/>
          <p:cNvSpPr/>
          <p:nvPr/>
        </p:nvSpPr>
        <p:spPr>
          <a:xfrm>
            <a:off x="1997964" y="2157984"/>
            <a:ext cx="1284732" cy="347472"/>
          </a:xfrm>
          <a:prstGeom prst="rect">
            <a:avLst/>
          </a:prstGeom>
          <a:noFill/>
          <a:ln/>
        </p:spPr>
        <p:txBody>
          <a:bodyPr wrap="square" lIns="0" tIns="0" rIns="0" bIns="0" rtlCol="0" anchor="ctr"/>
          <a:lstStyle/>
          <a:p>
            <a:pPr algn="ctr" indent="0" marL="0">
              <a:buNone/>
            </a:pPr>
            <a:r>
              <a:rPr lang="en-US" sz="850" dirty="0">
                <a:solidFill>
                  <a:srgbClr val="6A696D"/>
                </a:solidFill>
                <a:latin typeface="Arial" pitchFamily="34" charset="0"/>
                <a:ea typeface="Arial" pitchFamily="34" charset="-122"/>
                <a:cs typeface="Arial" pitchFamily="34" charset="-120"/>
              </a:rPr>
              <a:t>record filters (which)</a:t>
            </a:r>
            <a:endParaRPr lang="en-US" sz="850" dirty="0"/>
          </a:p>
        </p:txBody>
      </p:sp>
      <p:sp>
        <p:nvSpPr>
          <p:cNvPr id="12" name="Shape 10"/>
          <p:cNvSpPr/>
          <p:nvPr/>
        </p:nvSpPr>
        <p:spPr>
          <a:xfrm>
            <a:off x="3429000" y="1828800"/>
            <a:ext cx="1394460" cy="713232"/>
          </a:xfrm>
          <a:prstGeom prst="roundRect">
            <a:avLst>
              <a:gd name="adj" fmla="val 7692"/>
            </a:avLst>
          </a:prstGeom>
          <a:solidFill>
            <a:srgbClr val="F2F3ED"/>
          </a:solidFill>
          <a:ln w="12700">
            <a:solidFill>
              <a:srgbClr val="D9DAD6"/>
            </a:solidFill>
            <a:prstDash val="solid"/>
          </a:ln>
        </p:spPr>
      </p:sp>
      <p:sp>
        <p:nvSpPr>
          <p:cNvPr id="13" name="Text 11"/>
          <p:cNvSpPr/>
          <p:nvPr/>
        </p:nvSpPr>
        <p:spPr>
          <a:xfrm>
            <a:off x="3483864" y="1901952"/>
            <a:ext cx="1284732" cy="237744"/>
          </a:xfrm>
          <a:prstGeom prst="rect">
            <a:avLst/>
          </a:prstGeom>
          <a:noFill/>
          <a:ln/>
        </p:spPr>
        <p:txBody>
          <a:bodyPr wrap="square" lIns="0" tIns="0" rIns="0" bIns="0" rtlCol="0" anchor="ctr"/>
          <a:lstStyle/>
          <a:p>
            <a:pPr algn="ctr" indent="0" marL="0">
              <a:buNone/>
            </a:pPr>
            <a:r>
              <a:rPr lang="en-US" sz="950" b="1" dirty="0">
                <a:solidFill>
                  <a:srgbClr val="632B86"/>
                </a:solidFill>
                <a:latin typeface="Courier New" pitchFamily="34" charset="0"/>
                <a:ea typeface="Courier New" pitchFamily="34" charset="-122"/>
                <a:cs typeface="Courier New" pitchFamily="34" charset="-120"/>
              </a:rPr>
              <a:t>GroupingFactor</a:t>
            </a:r>
            <a:endParaRPr lang="en-US" sz="950" dirty="0"/>
          </a:p>
        </p:txBody>
      </p:sp>
      <p:sp>
        <p:nvSpPr>
          <p:cNvPr id="14" name="Text 12"/>
          <p:cNvSpPr/>
          <p:nvPr/>
        </p:nvSpPr>
        <p:spPr>
          <a:xfrm>
            <a:off x="3483864" y="2157984"/>
            <a:ext cx="1284732" cy="347472"/>
          </a:xfrm>
          <a:prstGeom prst="rect">
            <a:avLst/>
          </a:prstGeom>
          <a:noFill/>
          <a:ln/>
        </p:spPr>
        <p:txBody>
          <a:bodyPr wrap="square" lIns="0" tIns="0" rIns="0" bIns="0" rtlCol="0" anchor="ctr"/>
          <a:lstStyle/>
          <a:p>
            <a:pPr algn="ctr" indent="0" marL="0">
              <a:buNone/>
            </a:pPr>
            <a:r>
              <a:rPr lang="en-US" sz="850" dirty="0">
                <a:solidFill>
                  <a:srgbClr val="6A696D"/>
                </a:solidFill>
                <a:latin typeface="Arial" pitchFamily="34" charset="0"/>
                <a:ea typeface="Arial" pitchFamily="34" charset="-122"/>
                <a:cs typeface="Arial" pitchFamily="34" charset="-120"/>
              </a:rPr>
              <a:t>arms, subgroups (split)</a:t>
            </a:r>
            <a:endParaRPr lang="en-US" sz="850" dirty="0"/>
          </a:p>
        </p:txBody>
      </p:sp>
      <p:sp>
        <p:nvSpPr>
          <p:cNvPr id="15" name="Shape 13"/>
          <p:cNvSpPr/>
          <p:nvPr/>
        </p:nvSpPr>
        <p:spPr>
          <a:xfrm>
            <a:off x="4914900" y="1828800"/>
            <a:ext cx="1394460" cy="713232"/>
          </a:xfrm>
          <a:prstGeom prst="roundRect">
            <a:avLst>
              <a:gd name="adj" fmla="val 7692"/>
            </a:avLst>
          </a:prstGeom>
          <a:solidFill>
            <a:srgbClr val="F2F3ED"/>
          </a:solidFill>
          <a:ln w="12700">
            <a:solidFill>
              <a:srgbClr val="D9DAD6"/>
            </a:solidFill>
            <a:prstDash val="solid"/>
          </a:ln>
        </p:spPr>
      </p:sp>
      <p:sp>
        <p:nvSpPr>
          <p:cNvPr id="16" name="Text 14"/>
          <p:cNvSpPr/>
          <p:nvPr/>
        </p:nvSpPr>
        <p:spPr>
          <a:xfrm>
            <a:off x="4969764" y="1901952"/>
            <a:ext cx="1284732" cy="237744"/>
          </a:xfrm>
          <a:prstGeom prst="rect">
            <a:avLst/>
          </a:prstGeom>
          <a:noFill/>
          <a:ln/>
        </p:spPr>
        <p:txBody>
          <a:bodyPr wrap="square" lIns="0" tIns="0" rIns="0" bIns="0" rtlCol="0" anchor="ctr"/>
          <a:lstStyle/>
          <a:p>
            <a:pPr algn="ctr" indent="0" marL="0">
              <a:buNone/>
            </a:pPr>
            <a:r>
              <a:rPr lang="en-US" sz="950" b="1" dirty="0">
                <a:solidFill>
                  <a:srgbClr val="632B86"/>
                </a:solidFill>
                <a:latin typeface="Courier New" pitchFamily="34" charset="0"/>
                <a:ea typeface="Courier New" pitchFamily="34" charset="-122"/>
                <a:cs typeface="Courier New" pitchFamily="34" charset="-120"/>
              </a:rPr>
              <a:t>AnalysisMethod</a:t>
            </a:r>
            <a:endParaRPr lang="en-US" sz="950" dirty="0"/>
          </a:p>
        </p:txBody>
      </p:sp>
      <p:sp>
        <p:nvSpPr>
          <p:cNvPr id="17" name="Text 15"/>
          <p:cNvSpPr/>
          <p:nvPr/>
        </p:nvSpPr>
        <p:spPr>
          <a:xfrm>
            <a:off x="4969764" y="2157984"/>
            <a:ext cx="1284732" cy="347472"/>
          </a:xfrm>
          <a:prstGeom prst="rect">
            <a:avLst/>
          </a:prstGeom>
          <a:noFill/>
          <a:ln/>
        </p:spPr>
        <p:txBody>
          <a:bodyPr wrap="square" lIns="0" tIns="0" rIns="0" bIns="0" rtlCol="0" anchor="ctr"/>
          <a:lstStyle/>
          <a:p>
            <a:pPr algn="ctr" indent="0" marL="0">
              <a:buNone/>
            </a:pPr>
            <a:r>
              <a:rPr lang="en-US" sz="850" dirty="0">
                <a:solidFill>
                  <a:srgbClr val="6A696D"/>
                </a:solidFill>
                <a:latin typeface="Arial" pitchFamily="34" charset="0"/>
                <a:ea typeface="Arial" pitchFamily="34" charset="-122"/>
                <a:cs typeface="Arial" pitchFamily="34" charset="-120"/>
              </a:rPr>
              <a:t>statistics (how)</a:t>
            </a:r>
            <a:endParaRPr lang="en-US" sz="850" dirty="0"/>
          </a:p>
        </p:txBody>
      </p:sp>
      <p:sp>
        <p:nvSpPr>
          <p:cNvPr id="18" name="Text 16"/>
          <p:cNvSpPr/>
          <p:nvPr/>
        </p:nvSpPr>
        <p:spPr>
          <a:xfrm>
            <a:off x="457200" y="2578608"/>
            <a:ext cx="5852160" cy="219456"/>
          </a:xfrm>
          <a:prstGeom prst="rect">
            <a:avLst/>
          </a:prstGeom>
          <a:noFill/>
          <a:ln/>
        </p:spPr>
        <p:txBody>
          <a:bodyPr wrap="square" lIns="0" tIns="0" rIns="0" bIns="0" rtlCol="0" anchor="ctr"/>
          <a:lstStyle/>
          <a:p>
            <a:pPr algn="ctr" indent="0" marL="0">
              <a:buNone/>
            </a:pPr>
            <a:r>
              <a:rPr lang="en-US" sz="950" i="1" dirty="0">
                <a:solidFill>
                  <a:srgbClr val="6A696D"/>
                </a:solidFill>
                <a:latin typeface="Arial" pitchFamily="34" charset="0"/>
                <a:ea typeface="Arial" pitchFamily="34" charset="-122"/>
                <a:cs typeface="Arial" pitchFamily="34" charset="-120"/>
              </a:rPr>
              <a:t>defined once  ·  referenced by ID</a:t>
            </a:r>
            <a:endParaRPr lang="en-US" sz="950" dirty="0"/>
          </a:p>
        </p:txBody>
      </p:sp>
      <p:sp>
        <p:nvSpPr>
          <p:cNvPr id="19" name="Shape 17"/>
          <p:cNvSpPr/>
          <p:nvPr/>
        </p:nvSpPr>
        <p:spPr>
          <a:xfrm>
            <a:off x="457200" y="2852928"/>
            <a:ext cx="5852160" cy="658368"/>
          </a:xfrm>
          <a:prstGeom prst="roundRect">
            <a:avLst>
              <a:gd name="adj" fmla="val 9722"/>
            </a:avLst>
          </a:prstGeom>
          <a:solidFill>
            <a:srgbClr val="F4F1F8"/>
          </a:solidFill>
          <a:ln/>
        </p:spPr>
      </p:sp>
      <p:sp>
        <p:nvSpPr>
          <p:cNvPr id="20" name="Text 18"/>
          <p:cNvSpPr/>
          <p:nvPr/>
        </p:nvSpPr>
        <p:spPr>
          <a:xfrm>
            <a:off x="640080" y="2852928"/>
            <a:ext cx="5486400" cy="658368"/>
          </a:xfrm>
          <a:prstGeom prst="rect">
            <a:avLst/>
          </a:prstGeom>
          <a:noFill/>
          <a:ln/>
        </p:spPr>
        <p:txBody>
          <a:bodyPr wrap="square" lIns="0" tIns="0" rIns="0" bIns="0" rtlCol="0" anchor="ctr"/>
          <a:lstStyle/>
          <a:p>
            <a:pPr indent="0" marL="0">
              <a:buNone/>
            </a:pPr>
            <a:r>
              <a:rPr lang="en-US" sz="1100" b="1" dirty="0">
                <a:solidFill>
                  <a:srgbClr val="632B86"/>
                </a:solidFill>
                <a:latin typeface="Courier New" pitchFamily="34" charset="0"/>
                <a:ea typeface="Courier New" pitchFamily="34" charset="-122"/>
                <a:cs typeface="Courier New" pitchFamily="34" charset="-120"/>
              </a:rPr>
              <a:t>Analysis</a:t>
            </a:r>
            <a:pPr indent="0" marL="0">
              <a:buNone/>
            </a:pPr>
            <a:r>
              <a:rPr lang="en-US" sz="1100" dirty="0">
                <a:solidFill>
                  <a:srgbClr val="575756"/>
                </a:solidFill>
                <a:latin typeface="Arial" pitchFamily="34" charset="0"/>
                <a:ea typeface="Arial" pitchFamily="34" charset="-122"/>
                <a:cs typeface="Arial" pitchFamily="34" charset="-120"/>
              </a:rPr>
              <a:t>   binds population + subset + grouping + method to one dataset &amp; variable — parameters, purpose, reason, and </a:t>
            </a:r>
            <a:pPr indent="0" marL="0">
              <a:buNone/>
            </a:pPr>
            <a:r>
              <a:rPr lang="en-US" sz="1100" b="1" dirty="0">
                <a:solidFill>
                  <a:srgbClr val="128474"/>
                </a:solidFill>
                <a:latin typeface="Arial" pitchFamily="34" charset="0"/>
                <a:ea typeface="Arial" pitchFamily="34" charset="-122"/>
                <a:cs typeface="Arial" pitchFamily="34" charset="-120"/>
              </a:rPr>
              <a:t>results (ARD)</a:t>
            </a:r>
            <a:pPr indent="0" marL="0">
              <a:buNone/>
            </a:pPr>
            <a:r>
              <a:rPr lang="en-US" sz="1100" dirty="0">
                <a:solidFill>
                  <a:srgbClr val="575756"/>
                </a:solidFill>
                <a:latin typeface="Arial" pitchFamily="34" charset="0"/>
                <a:ea typeface="Arial" pitchFamily="34" charset="-122"/>
                <a:cs typeface="Arial" pitchFamily="34" charset="-120"/>
              </a:rPr>
              <a:t> nest here</a:t>
            </a:r>
            <a:endParaRPr lang="en-US" sz="1100" dirty="0"/>
          </a:p>
        </p:txBody>
      </p:sp>
      <p:sp>
        <p:nvSpPr>
          <p:cNvPr id="21" name="Shape 19"/>
          <p:cNvSpPr/>
          <p:nvPr/>
        </p:nvSpPr>
        <p:spPr>
          <a:xfrm>
            <a:off x="457200" y="3639312"/>
            <a:ext cx="5852160" cy="658368"/>
          </a:xfrm>
          <a:prstGeom prst="roundRect">
            <a:avLst>
              <a:gd name="adj" fmla="val 9722"/>
            </a:avLst>
          </a:prstGeom>
          <a:solidFill>
            <a:srgbClr val="EEF4D6"/>
          </a:solidFill>
          <a:ln/>
        </p:spPr>
      </p:sp>
      <p:sp>
        <p:nvSpPr>
          <p:cNvPr id="22" name="Text 20"/>
          <p:cNvSpPr/>
          <p:nvPr/>
        </p:nvSpPr>
        <p:spPr>
          <a:xfrm>
            <a:off x="640080" y="3639312"/>
            <a:ext cx="5486400" cy="658368"/>
          </a:xfrm>
          <a:prstGeom prst="rect">
            <a:avLst/>
          </a:prstGeom>
          <a:noFill/>
          <a:ln/>
        </p:spPr>
        <p:txBody>
          <a:bodyPr wrap="square" lIns="0" tIns="0" rIns="0" bIns="0" rtlCol="0" anchor="ctr"/>
          <a:lstStyle/>
          <a:p>
            <a:pPr indent="0" marL="0">
              <a:buNone/>
            </a:pPr>
            <a:r>
              <a:rPr lang="en-US" sz="1100" b="1" dirty="0">
                <a:solidFill>
                  <a:srgbClr val="128474"/>
                </a:solidFill>
                <a:latin typeface="Courier New" pitchFamily="34" charset="0"/>
                <a:ea typeface="Courier New" pitchFamily="34" charset="-122"/>
                <a:cs typeface="Courier New" pitchFamily="34" charset="-120"/>
              </a:rPr>
              <a:t>Output</a:t>
            </a:r>
            <a:pPr indent="0" marL="0">
              <a:buNone/>
            </a:pPr>
            <a:r>
              <a:rPr lang="en-US" sz="1100" dirty="0">
                <a:solidFill>
                  <a:srgbClr val="575756"/>
                </a:solidFill>
                <a:latin typeface="Arial" pitchFamily="34" charset="0"/>
                <a:ea typeface="Arial" pitchFamily="34" charset="-122"/>
                <a:cs typeface="Arial" pitchFamily="34" charset="-120"/>
              </a:rPr>
              <a:t>   the rendered display: file type, display sections, ordered result presentation, formatting requirements</a:t>
            </a:r>
            <a:endParaRPr lang="en-US" sz="1100" dirty="0"/>
          </a:p>
        </p:txBody>
      </p:sp>
      <p:sp>
        <p:nvSpPr>
          <p:cNvPr id="23" name="Shape 21"/>
          <p:cNvSpPr/>
          <p:nvPr/>
        </p:nvSpPr>
        <p:spPr>
          <a:xfrm>
            <a:off x="3383280" y="1682496"/>
            <a:ext cx="0" cy="146304"/>
          </a:xfrm>
          <a:prstGeom prst="line">
            <a:avLst/>
          </a:prstGeom>
          <a:noFill/>
          <a:ln w="19050">
            <a:solidFill>
              <a:srgbClr val="6A696D"/>
            </a:solidFill>
            <a:prstDash val="solid"/>
            <a:tailEnd type="triangle"/>
          </a:ln>
        </p:spPr>
      </p:sp>
      <p:sp>
        <p:nvSpPr>
          <p:cNvPr id="24" name="Shape 22"/>
          <p:cNvSpPr/>
          <p:nvPr/>
        </p:nvSpPr>
        <p:spPr>
          <a:xfrm>
            <a:off x="3383280" y="2542032"/>
            <a:ext cx="0" cy="310896"/>
          </a:xfrm>
          <a:prstGeom prst="line">
            <a:avLst/>
          </a:prstGeom>
          <a:noFill/>
          <a:ln w="19050">
            <a:solidFill>
              <a:srgbClr val="6A696D"/>
            </a:solidFill>
            <a:prstDash val="solid"/>
            <a:tailEnd type="triangle"/>
          </a:ln>
        </p:spPr>
      </p:sp>
      <p:sp>
        <p:nvSpPr>
          <p:cNvPr id="25" name="Shape 23"/>
          <p:cNvSpPr/>
          <p:nvPr/>
        </p:nvSpPr>
        <p:spPr>
          <a:xfrm>
            <a:off x="3383280" y="3511296"/>
            <a:ext cx="0" cy="128016"/>
          </a:xfrm>
          <a:prstGeom prst="line">
            <a:avLst/>
          </a:prstGeom>
          <a:noFill/>
          <a:ln w="19050">
            <a:solidFill>
              <a:srgbClr val="6A696D"/>
            </a:solidFill>
            <a:prstDash val="solid"/>
            <a:tailEnd type="triangle"/>
          </a:ln>
        </p:spPr>
      </p:sp>
      <p:sp>
        <p:nvSpPr>
          <p:cNvPr id="26" name="Shape 24"/>
          <p:cNvSpPr/>
          <p:nvPr/>
        </p:nvSpPr>
        <p:spPr>
          <a:xfrm>
            <a:off x="6537960" y="1261872"/>
            <a:ext cx="2148840" cy="3035808"/>
          </a:xfrm>
          <a:prstGeom prst="roundRect">
            <a:avLst>
              <a:gd name="adj" fmla="val 3830"/>
            </a:avLst>
          </a:prstGeom>
          <a:solidFill>
            <a:srgbClr val="E4F2F4"/>
          </a:solidFill>
          <a:ln/>
        </p:spPr>
      </p:sp>
      <p:pic>
        <p:nvPicPr>
          <p:cNvPr id="27" name="Image 0" descr="preencoded.png">    </p:cNvPr>
          <p:cNvPicPr>
            <a:picLocks noChangeAspect="1"/>
          </p:cNvPicPr>
          <p:nvPr/>
        </p:nvPicPr>
        <p:blipFill>
          <a:blip r:embed="rId1"/>
          <a:stretch>
            <a:fillRect/>
          </a:stretch>
        </p:blipFill>
        <p:spPr>
          <a:xfrm>
            <a:off x="6702552" y="1426464"/>
            <a:ext cx="274320" cy="274320"/>
          </a:xfrm>
          <a:prstGeom prst="rect">
            <a:avLst/>
          </a:prstGeom>
        </p:spPr>
      </p:pic>
      <p:sp>
        <p:nvSpPr>
          <p:cNvPr id="28" name="Text 25"/>
          <p:cNvSpPr/>
          <p:nvPr/>
        </p:nvSpPr>
        <p:spPr>
          <a:xfrm>
            <a:off x="7050024" y="1389888"/>
            <a:ext cx="1508760" cy="502920"/>
          </a:xfrm>
          <a:prstGeom prst="rect">
            <a:avLst/>
          </a:prstGeom>
          <a:noFill/>
          <a:ln/>
        </p:spPr>
        <p:txBody>
          <a:bodyPr wrap="square" lIns="0" tIns="0" rIns="0" bIns="0" rtlCol="0" anchor="ctr"/>
          <a:lstStyle/>
          <a:p>
            <a:pPr indent="0" marL="0">
              <a:buNone/>
            </a:pPr>
            <a:r>
              <a:rPr lang="en-US" sz="1250" b="1" dirty="0">
                <a:solidFill>
                  <a:srgbClr val="128474"/>
                </a:solidFill>
                <a:latin typeface="Arial" pitchFamily="34" charset="0"/>
                <a:ea typeface="Arial" pitchFamily="34" charset="-122"/>
                <a:cs typeface="Arial" pitchFamily="34" charset="-120"/>
              </a:rPr>
              <a:t>Traceability &amp; provenance</a:t>
            </a:r>
            <a:endParaRPr lang="en-US" sz="1250" dirty="0"/>
          </a:p>
        </p:txBody>
      </p:sp>
      <p:sp>
        <p:nvSpPr>
          <p:cNvPr id="29" name="Text 26"/>
          <p:cNvSpPr/>
          <p:nvPr/>
        </p:nvSpPr>
        <p:spPr>
          <a:xfrm>
            <a:off x="6720840" y="2011680"/>
            <a:ext cx="1801368" cy="2194560"/>
          </a:xfrm>
          <a:prstGeom prst="rect">
            <a:avLst/>
          </a:prstGeom>
          <a:noFill/>
          <a:ln/>
        </p:spPr>
        <p:txBody>
          <a:bodyPr wrap="square" lIns="0" tIns="0" rIns="0" bIns="0" rtlCol="0" anchor="ctr"/>
          <a:lstStyle/>
          <a:p>
            <a:pPr marL="127000" indent="-127000">
              <a:spcAft>
                <a:spcPts val="800"/>
              </a:spcAft>
              <a:buSzPct val="100000"/>
              <a:buChar char="•"/>
            </a:pPr>
            <a:r>
              <a:rPr lang="en-US" sz="1000" dirty="0">
                <a:solidFill>
                  <a:srgbClr val="575756"/>
                </a:solidFill>
                <a:latin typeface="Arial" pitchFamily="34" charset="0"/>
                <a:ea typeface="Arial" pitchFamily="34" charset="-122"/>
                <a:cs typeface="Arial" pitchFamily="34" charset="-120"/>
              </a:rPr>
              <a:t>documentRefs link every analysis to SAP pages</a:t>
            </a:r>
            <a:endParaRPr lang="en-US" sz="1000" dirty="0"/>
          </a:p>
          <a:p>
            <a:pPr marL="127000" indent="-127000">
              <a:spcAft>
                <a:spcPts val="800"/>
              </a:spcAft>
              <a:buSzPct val="100000"/>
              <a:buChar char="•"/>
            </a:pPr>
            <a:r>
              <a:rPr lang="en-US" sz="1000" dirty="0">
                <a:solidFill>
                  <a:srgbClr val="575756"/>
                </a:solidFill>
                <a:latin typeface="Arial" pitchFamily="34" charset="0"/>
                <a:ea typeface="Arial" pitchFamily="34" charset="-122"/>
                <a:cs typeface="Arial" pitchFamily="34" charset="-120"/>
              </a:rPr>
              <a:t>WhereClauses make filters explicit &amp; testable</a:t>
            </a:r>
            <a:endParaRPr lang="en-US" sz="1000" dirty="0"/>
          </a:p>
          <a:p>
            <a:pPr marL="127000" indent="-127000">
              <a:spcAft>
                <a:spcPts val="800"/>
              </a:spcAft>
              <a:buSzPct val="100000"/>
              <a:buChar char="•"/>
            </a:pPr>
            <a:r>
              <a:rPr lang="en-US" sz="1000" dirty="0">
                <a:solidFill>
                  <a:srgbClr val="575756"/>
                </a:solidFill>
                <a:latin typeface="Arial" pitchFamily="34" charset="0"/>
                <a:ea typeface="Arial" pitchFamily="34" charset="-122"/>
                <a:cs typeface="Arial" pitchFamily="34" charset="-120"/>
              </a:rPr>
              <a:t>resultPattern separates raw from displayed value</a:t>
            </a:r>
            <a:endParaRPr lang="en-US" sz="1000" dirty="0"/>
          </a:p>
          <a:p>
            <a:pPr marL="127000" indent="-127000">
              <a:spcAft>
                <a:spcPts val="800"/>
              </a:spcAft>
              <a:buSzPct val="100000"/>
              <a:buChar char="•"/>
            </a:pPr>
            <a:r>
              <a:rPr lang="en-US" sz="1000" dirty="0">
                <a:solidFill>
                  <a:srgbClr val="575756"/>
                </a:solidFill>
                <a:latin typeface="Arial" pitchFamily="34" charset="0"/>
                <a:ea typeface="Arial" pitchFamily="34" charset="-122"/>
                <a:cs typeface="Arial" pitchFamily="34" charset="-120"/>
              </a:rPr>
              <a:t>IDs connect spec → execution → result → display</a:t>
            </a:r>
            <a:endParaRPr lang="en-US" sz="1000" dirty="0"/>
          </a:p>
        </p:txBody>
      </p:sp>
      <p:sp>
        <p:nvSpPr>
          <p:cNvPr id="30" name="Text 27"/>
          <p:cNvSpPr/>
          <p:nvPr/>
        </p:nvSpPr>
        <p:spPr>
          <a:xfrm>
            <a:off x="457200" y="4617720"/>
            <a:ext cx="8229600" cy="274320"/>
          </a:xfrm>
          <a:prstGeom prst="rect">
            <a:avLst/>
          </a:prstGeom>
          <a:noFill/>
          <a:ln/>
        </p:spPr>
        <p:txBody>
          <a:bodyPr wrap="square" lIns="0" tIns="0" rIns="0" bIns="0" rtlCol="0" anchor="ctr"/>
          <a:lstStyle/>
          <a:p>
            <a:pPr algn="ctr" indent="0" marL="0">
              <a:buNone/>
            </a:pPr>
            <a:r>
              <a:rPr lang="en-US" sz="1200" i="1" dirty="0">
                <a:solidFill>
                  <a:srgbClr val="128474"/>
                </a:solidFill>
                <a:latin typeface="Arial" pitchFamily="34" charset="0"/>
                <a:ea typeface="Arial" pitchFamily="34" charset="-122"/>
                <a:cs typeface="Arial" pitchFamily="34" charset="-120"/>
              </a:rPr>
              <a:t>Together these define a reportable analysis result — machine-readably, and only once.</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900" name="BrandBar"/>
          <p:cNvSpPr/>
          <p:nvPr/>
        </p:nvSpPr>
        <p:spPr>
          <a:xfrm>
            <a:off x="0" y="0"/>
            <a:ext cx="9144000" cy="777240"/>
          </a:xfrm>
          <a:prstGeom prst="rect">
            <a:avLst/>
          </a:prstGeom>
          <a:solidFill>
            <a:srgbClr val="128474"/>
          </a:solidFill>
          <a:ln>
            <a:noFill/>
          </a:ln>
        </p:spPr>
        <p:txBody>
          <a:bodyPr/>
          <a:lstStyle/>
          <a:p/>
        </p:txBody>
      </p:sp>
      <p:sp>
        <p:nvSpPr>
          <p:cNvPr id="901" name="BrandAccent"/>
          <p:cNvSpPr/>
          <p:nvPr/>
        </p:nvSpPr>
        <p:spPr>
          <a:xfrm>
            <a:off x="0" y="777240"/>
            <a:ext cx="9144000" cy="36576"/>
          </a:xfrm>
          <a:prstGeom prst="rect">
            <a:avLst/>
          </a:prstGeom>
          <a:solidFill>
            <a:srgbClr val="94D60A"/>
          </a:solidFill>
          <a:ln>
            <a:noFill/>
          </a:ln>
        </p:spPr>
        <p:txBody>
          <a:bodyPr/>
          <a:lstStyle/>
          <a:p/>
        </p:txBody>
      </p:sp>
      <p:sp>
        <p:nvSpPr>
          <p:cNvPr id="2" name="Text 0"/>
          <p:cNvSpPr/>
          <p:nvPr/>
        </p:nvSpPr>
        <p:spPr>
          <a:xfrm>
            <a:off x="457200" y="82296"/>
            <a:ext cx="8229600" cy="274320"/>
          </a:xfrm>
          <a:prstGeom prst="rect">
            <a:avLst/>
          </a:prstGeom>
          <a:noFill/>
          <a:ln/>
        </p:spPr>
        <p:txBody>
          <a:bodyPr wrap="square" lIns="0" tIns="0" rIns="0" bIns="0" rtlCol="0" anchor="ctr"/>
          <a:lstStyle/>
          <a:p>
            <a:pPr indent="0" marL="0">
              <a:buNone/>
            </a:pPr>
            <a:r>
              <a:rPr sz="1100" lang="en-US" b="1" spc="300" kern="0" dirty="0">
                <a:solidFill>
                  <a:srgbClr val="FFFFFF"/>
                </a:solidFill>
                <a:latin typeface="Arial" pitchFamily="34" charset="0"/>
                <a:ea typeface="Arial" pitchFamily="34" charset="-122"/>
                <a:cs typeface="Arial" pitchFamily="34" charset="-120"/>
              </a:rPr>
              <a:t>THE RESULTS LAYER</a:t>
            </a:r>
            <a:endParaRPr sz="1100" lang="en-US" dirty="0"/>
          </a:p>
        </p:txBody>
      </p:sp>
      <p:sp>
        <p:nvSpPr>
          <p:cNvPr id="3" name="Text 1"/>
          <p:cNvSpPr/>
          <p:nvPr/>
        </p:nvSpPr>
        <p:spPr>
          <a:xfrm>
            <a:off x="457200" y="297180"/>
            <a:ext cx="8412480" cy="566928"/>
          </a:xfrm>
          <a:prstGeom prst="rect">
            <a:avLst/>
          </a:prstGeom>
          <a:noFill/>
          <a:ln/>
        </p:spPr>
        <p:txBody>
          <a:bodyPr wrap="square" lIns="0" tIns="0" rIns="0" bIns="0" rtlCol="0" anchor="ctr"/>
          <a:lstStyle/>
          <a:p>
            <a:pPr indent="0" marL="0">
              <a:buNone/>
            </a:pPr>
            <a:r>
              <a:rPr sz="2400" lang="en-US" b="1" dirty="0">
                <a:solidFill>
                  <a:srgbClr val="FFFFFF"/>
                </a:solidFill>
                <a:latin typeface="Arial" pitchFamily="34" charset="0"/>
                <a:ea typeface="Arial" pitchFamily="34" charset="-122"/>
                <a:cs typeface="Arial" pitchFamily="34" charset="-120"/>
              </a:rPr>
              <a:t>Core Components of ARD</a:t>
            </a:r>
            <a:endParaRPr sz="2400" lang="en-US" dirty="0"/>
          </a:p>
        </p:txBody>
      </p:sp>
      <p:sp>
        <p:nvSpPr>
          <p:cNvPr id="4" name="Shape 2"/>
          <p:cNvSpPr/>
          <p:nvPr/>
        </p:nvSpPr>
        <p:spPr>
          <a:xfrm>
            <a:off x="457200" y="1325880"/>
            <a:ext cx="1481328" cy="749808"/>
          </a:xfrm>
          <a:prstGeom prst="roundRect">
            <a:avLst>
              <a:gd name="adj" fmla="val 8537"/>
            </a:avLst>
          </a:prstGeom>
          <a:solidFill>
            <a:srgbClr val="ECE4F3"/>
          </a:solidFill>
          <a:ln/>
          <a:effectLst>
            <a:outerShdw sx="100000" sy="100000" kx="0" ky="0" algn="bl" rotWithShape="0" blurRad="88900" dist="25400" dir="2700000">
              <a:srgbClr val="000000">
                <a:alpha val="14000"/>
              </a:srgbClr>
            </a:outerShdw>
          </a:effectLst>
        </p:spPr>
      </p:sp>
      <p:sp>
        <p:nvSpPr>
          <p:cNvPr id="5" name="Text 3"/>
          <p:cNvSpPr/>
          <p:nvPr/>
        </p:nvSpPr>
        <p:spPr>
          <a:xfrm>
            <a:off x="457200" y="1325880"/>
            <a:ext cx="1481328" cy="749808"/>
          </a:xfrm>
          <a:prstGeom prst="rect">
            <a:avLst/>
          </a:prstGeom>
          <a:noFill/>
          <a:ln/>
        </p:spPr>
        <p:txBody>
          <a:bodyPr wrap="square" lIns="0" tIns="0" rIns="0" bIns="0" rtlCol="0" anchor="ctr"/>
          <a:lstStyle/>
          <a:p>
            <a:pPr algn="ctr" indent="0" marL="0">
              <a:buNone/>
            </a:pPr>
            <a:r>
              <a:rPr lang="en-US" sz="1050" b="1" dirty="0">
                <a:solidFill>
                  <a:srgbClr val="632B86"/>
                </a:solidFill>
                <a:latin typeface="Arial" pitchFamily="34" charset="0"/>
                <a:ea typeface="Arial" pitchFamily="34" charset="-122"/>
                <a:cs typeface="Arial" pitchFamily="34" charset="-120"/>
              </a:rPr>
              <a:t>Annotated</a:t>
            </a:r>
            <a:endParaRPr lang="en-US" sz="1050" dirty="0"/>
          </a:p>
          <a:p>
            <a:pPr algn="ctr" indent="0" marL="0">
              <a:buNone/>
            </a:pPr>
            <a:r>
              <a:rPr lang="en-US" sz="1050" b="1" dirty="0">
                <a:solidFill>
                  <a:srgbClr val="632B86"/>
                </a:solidFill>
                <a:latin typeface="Arial" pitchFamily="34" charset="0"/>
                <a:ea typeface="Arial" pitchFamily="34" charset="-122"/>
                <a:cs typeface="Arial" pitchFamily="34" charset="-120"/>
              </a:rPr>
              <a:t>Shell</a:t>
            </a:r>
            <a:endParaRPr lang="en-US" sz="1050" dirty="0"/>
          </a:p>
        </p:txBody>
      </p:sp>
      <p:sp>
        <p:nvSpPr>
          <p:cNvPr id="6" name="Shape 4"/>
          <p:cNvSpPr/>
          <p:nvPr/>
        </p:nvSpPr>
        <p:spPr>
          <a:xfrm>
            <a:off x="1984248" y="1700784"/>
            <a:ext cx="27432" cy="0"/>
          </a:xfrm>
          <a:prstGeom prst="line">
            <a:avLst/>
          </a:prstGeom>
          <a:noFill/>
          <a:ln w="28575">
            <a:solidFill>
              <a:srgbClr val="128474"/>
            </a:solidFill>
            <a:prstDash val="solid"/>
            <a:tailEnd type="triangle"/>
          </a:ln>
        </p:spPr>
      </p:sp>
      <p:sp>
        <p:nvSpPr>
          <p:cNvPr id="7" name="Shape 5"/>
          <p:cNvSpPr/>
          <p:nvPr/>
        </p:nvSpPr>
        <p:spPr>
          <a:xfrm>
            <a:off x="2057400" y="1325880"/>
            <a:ext cx="1481328" cy="749808"/>
          </a:xfrm>
          <a:prstGeom prst="roundRect">
            <a:avLst>
              <a:gd name="adj" fmla="val 8537"/>
            </a:avLst>
          </a:prstGeom>
          <a:solidFill>
            <a:srgbClr val="E1F1F8"/>
          </a:solidFill>
          <a:ln/>
          <a:effectLst>
            <a:outerShdw sx="100000" sy="100000" kx="0" ky="0" algn="bl" rotWithShape="0" blurRad="88900" dist="25400" dir="2700000">
              <a:srgbClr val="000000">
                <a:alpha val="14000"/>
              </a:srgbClr>
            </a:outerShdw>
          </a:effectLst>
        </p:spPr>
      </p:sp>
      <p:sp>
        <p:nvSpPr>
          <p:cNvPr id="8" name="Text 6"/>
          <p:cNvSpPr/>
          <p:nvPr/>
        </p:nvSpPr>
        <p:spPr>
          <a:xfrm>
            <a:off x="2057400" y="1325880"/>
            <a:ext cx="1481328" cy="749808"/>
          </a:xfrm>
          <a:prstGeom prst="rect">
            <a:avLst/>
          </a:prstGeom>
          <a:noFill/>
          <a:ln/>
        </p:spPr>
        <p:txBody>
          <a:bodyPr wrap="square" lIns="0" tIns="0" rIns="0" bIns="0" rtlCol="0" anchor="ctr"/>
          <a:lstStyle/>
          <a:p>
            <a:pPr algn="ctr" indent="0" marL="0">
              <a:buNone/>
            </a:pPr>
            <a:r>
              <a:rPr lang="en-US" sz="1050" b="1" dirty="0">
                <a:solidFill>
                  <a:srgbClr val="1790D0"/>
                </a:solidFill>
                <a:latin typeface="Arial" pitchFamily="34" charset="0"/>
                <a:ea typeface="Arial" pitchFamily="34" charset="-122"/>
                <a:cs typeface="Arial" pitchFamily="34" charset="-120"/>
              </a:rPr>
              <a:t>ARS</a:t>
            </a:r>
            <a:endParaRPr lang="en-US" sz="1050" dirty="0"/>
          </a:p>
          <a:p>
            <a:pPr algn="ctr" indent="0" marL="0">
              <a:buNone/>
            </a:pPr>
            <a:r>
              <a:rPr lang="en-US" sz="1050" b="1" dirty="0">
                <a:solidFill>
                  <a:srgbClr val="1790D0"/>
                </a:solidFill>
                <a:latin typeface="Arial" pitchFamily="34" charset="0"/>
                <a:ea typeface="Arial" pitchFamily="34" charset="-122"/>
                <a:cs typeface="Arial" pitchFamily="34" charset="-120"/>
              </a:rPr>
              <a:t>Metadata</a:t>
            </a:r>
            <a:endParaRPr lang="en-US" sz="1050" dirty="0"/>
          </a:p>
        </p:txBody>
      </p:sp>
      <p:sp>
        <p:nvSpPr>
          <p:cNvPr id="9" name="Shape 7"/>
          <p:cNvSpPr/>
          <p:nvPr/>
        </p:nvSpPr>
        <p:spPr>
          <a:xfrm>
            <a:off x="3584448" y="1700784"/>
            <a:ext cx="27432" cy="0"/>
          </a:xfrm>
          <a:prstGeom prst="line">
            <a:avLst/>
          </a:prstGeom>
          <a:noFill/>
          <a:ln w="28575">
            <a:solidFill>
              <a:srgbClr val="128474"/>
            </a:solidFill>
            <a:prstDash val="solid"/>
            <a:tailEnd type="triangle"/>
          </a:ln>
        </p:spPr>
      </p:sp>
      <p:sp>
        <p:nvSpPr>
          <p:cNvPr id="10" name="Shape 8"/>
          <p:cNvSpPr/>
          <p:nvPr/>
        </p:nvSpPr>
        <p:spPr>
          <a:xfrm>
            <a:off x="3657600" y="1325880"/>
            <a:ext cx="1481328" cy="749808"/>
          </a:xfrm>
          <a:prstGeom prst="roundRect">
            <a:avLst>
              <a:gd name="adj" fmla="val 8537"/>
            </a:avLst>
          </a:prstGeom>
          <a:solidFill>
            <a:srgbClr val="E4F2F4"/>
          </a:solidFill>
          <a:ln/>
          <a:effectLst>
            <a:outerShdw sx="100000" sy="100000" kx="0" ky="0" algn="bl" rotWithShape="0" blurRad="88900" dist="25400" dir="2700000">
              <a:srgbClr val="000000">
                <a:alpha val="14000"/>
              </a:srgbClr>
            </a:outerShdw>
          </a:effectLst>
        </p:spPr>
      </p:sp>
      <p:sp>
        <p:nvSpPr>
          <p:cNvPr id="11" name="Text 9"/>
          <p:cNvSpPr/>
          <p:nvPr/>
        </p:nvSpPr>
        <p:spPr>
          <a:xfrm>
            <a:off x="3657600" y="1325880"/>
            <a:ext cx="1481328" cy="749808"/>
          </a:xfrm>
          <a:prstGeom prst="rect">
            <a:avLst/>
          </a:prstGeom>
          <a:noFill/>
          <a:ln/>
        </p:spPr>
        <p:txBody>
          <a:bodyPr wrap="square" lIns="0" tIns="0" rIns="0" bIns="0" rtlCol="0" anchor="ctr"/>
          <a:lstStyle/>
          <a:p>
            <a:pPr algn="ctr" indent="0" marL="0">
              <a:buNone/>
            </a:pPr>
            <a:r>
              <a:rPr lang="en-US" sz="1050" b="1" dirty="0">
                <a:solidFill>
                  <a:srgbClr val="128474"/>
                </a:solidFill>
                <a:latin typeface="Arial" pitchFamily="34" charset="0"/>
                <a:ea typeface="Arial" pitchFamily="34" charset="-122"/>
                <a:cs typeface="Arial" pitchFamily="34" charset="-120"/>
              </a:rPr>
              <a:t>Analysis</a:t>
            </a:r>
            <a:endParaRPr lang="en-US" sz="1050" dirty="0"/>
          </a:p>
          <a:p>
            <a:pPr algn="ctr" indent="0" marL="0">
              <a:buNone/>
            </a:pPr>
            <a:r>
              <a:rPr lang="en-US" sz="1050" b="1" dirty="0">
                <a:solidFill>
                  <a:srgbClr val="128474"/>
                </a:solidFill>
                <a:latin typeface="Arial" pitchFamily="34" charset="0"/>
                <a:ea typeface="Arial" pitchFamily="34" charset="-122"/>
                <a:cs typeface="Arial" pitchFamily="34" charset="-120"/>
              </a:rPr>
              <a:t>Execution</a:t>
            </a:r>
            <a:endParaRPr lang="en-US" sz="1050" dirty="0"/>
          </a:p>
        </p:txBody>
      </p:sp>
      <p:sp>
        <p:nvSpPr>
          <p:cNvPr id="12" name="Shape 10"/>
          <p:cNvSpPr/>
          <p:nvPr/>
        </p:nvSpPr>
        <p:spPr>
          <a:xfrm>
            <a:off x="5184648" y="1700784"/>
            <a:ext cx="27432" cy="0"/>
          </a:xfrm>
          <a:prstGeom prst="line">
            <a:avLst/>
          </a:prstGeom>
          <a:noFill/>
          <a:ln w="28575">
            <a:solidFill>
              <a:srgbClr val="128474"/>
            </a:solidFill>
            <a:prstDash val="solid"/>
            <a:tailEnd type="triangle"/>
          </a:ln>
        </p:spPr>
      </p:sp>
      <p:sp>
        <p:nvSpPr>
          <p:cNvPr id="13" name="Shape 11"/>
          <p:cNvSpPr/>
          <p:nvPr/>
        </p:nvSpPr>
        <p:spPr>
          <a:xfrm>
            <a:off x="5257800" y="1325880"/>
            <a:ext cx="1481328" cy="749808"/>
          </a:xfrm>
          <a:prstGeom prst="roundRect">
            <a:avLst>
              <a:gd name="adj" fmla="val 8537"/>
            </a:avLst>
          </a:prstGeom>
          <a:solidFill>
            <a:srgbClr val="EEF4D6"/>
          </a:solidFill>
          <a:ln/>
          <a:effectLst>
            <a:outerShdw sx="100000" sy="100000" kx="0" ky="0" algn="bl" rotWithShape="0" blurRad="88900" dist="25400" dir="2700000">
              <a:srgbClr val="000000">
                <a:alpha val="14000"/>
              </a:srgbClr>
            </a:outerShdw>
          </a:effectLst>
        </p:spPr>
      </p:sp>
      <p:sp>
        <p:nvSpPr>
          <p:cNvPr id="14" name="Text 12"/>
          <p:cNvSpPr/>
          <p:nvPr/>
        </p:nvSpPr>
        <p:spPr>
          <a:xfrm>
            <a:off x="5257800" y="1325880"/>
            <a:ext cx="1481328" cy="749808"/>
          </a:xfrm>
          <a:prstGeom prst="rect">
            <a:avLst/>
          </a:prstGeom>
          <a:noFill/>
          <a:ln/>
        </p:spPr>
        <p:txBody>
          <a:bodyPr wrap="square" lIns="0" tIns="0" rIns="0" bIns="0" rtlCol="0" anchor="ctr"/>
          <a:lstStyle/>
          <a:p>
            <a:pPr algn="ctr" indent="0" marL="0">
              <a:buNone/>
            </a:pPr>
            <a:r>
              <a:rPr lang="en-US" sz="1050" b="1" dirty="0">
                <a:solidFill>
                  <a:srgbClr val="128474"/>
                </a:solidFill>
                <a:latin typeface="Arial" pitchFamily="34" charset="0"/>
                <a:ea typeface="Arial" pitchFamily="34" charset="-122"/>
                <a:cs typeface="Arial" pitchFamily="34" charset="-120"/>
              </a:rPr>
              <a:t>ARD</a:t>
            </a:r>
            <a:endParaRPr lang="en-US" sz="1050" dirty="0"/>
          </a:p>
          <a:p>
            <a:pPr algn="ctr" indent="0" marL="0">
              <a:buNone/>
            </a:pPr>
            <a:r>
              <a:rPr lang="en-US" sz="1050" b="1" dirty="0">
                <a:solidFill>
                  <a:srgbClr val="128474"/>
                </a:solidFill>
                <a:latin typeface="Arial" pitchFamily="34" charset="0"/>
                <a:ea typeface="Arial" pitchFamily="34" charset="-122"/>
                <a:cs typeface="Arial" pitchFamily="34" charset="-120"/>
              </a:rPr>
              <a:t>Results</a:t>
            </a:r>
            <a:endParaRPr lang="en-US" sz="1050" dirty="0"/>
          </a:p>
        </p:txBody>
      </p:sp>
      <p:sp>
        <p:nvSpPr>
          <p:cNvPr id="15" name="Shape 13"/>
          <p:cNvSpPr/>
          <p:nvPr/>
        </p:nvSpPr>
        <p:spPr>
          <a:xfrm>
            <a:off x="6784848" y="1700784"/>
            <a:ext cx="27432" cy="0"/>
          </a:xfrm>
          <a:prstGeom prst="line">
            <a:avLst/>
          </a:prstGeom>
          <a:noFill/>
          <a:ln w="28575">
            <a:solidFill>
              <a:srgbClr val="128474"/>
            </a:solidFill>
            <a:prstDash val="solid"/>
            <a:tailEnd type="triangle"/>
          </a:ln>
        </p:spPr>
      </p:sp>
      <p:sp>
        <p:nvSpPr>
          <p:cNvPr id="16" name="Shape 14"/>
          <p:cNvSpPr/>
          <p:nvPr/>
        </p:nvSpPr>
        <p:spPr>
          <a:xfrm>
            <a:off x="6858000" y="1325880"/>
            <a:ext cx="1828800" cy="749808"/>
          </a:xfrm>
          <a:prstGeom prst="roundRect">
            <a:avLst>
              <a:gd name="adj" fmla="val 8537"/>
            </a:avLst>
          </a:prstGeom>
          <a:solidFill>
            <a:srgbClr val="F2F3ED"/>
          </a:solidFill>
          <a:ln/>
          <a:effectLst>
            <a:outerShdw sx="100000" sy="100000" kx="0" ky="0" algn="bl" rotWithShape="0" blurRad="88900" dist="25400" dir="2700000">
              <a:srgbClr val="000000">
                <a:alpha val="14000"/>
              </a:srgbClr>
            </a:outerShdw>
          </a:effectLst>
        </p:spPr>
      </p:sp>
      <p:sp>
        <p:nvSpPr>
          <p:cNvPr id="17" name="Text 15"/>
          <p:cNvSpPr/>
          <p:nvPr/>
        </p:nvSpPr>
        <p:spPr>
          <a:xfrm>
            <a:off x="6858000" y="1325880"/>
            <a:ext cx="1828800" cy="749808"/>
          </a:xfrm>
          <a:prstGeom prst="rect">
            <a:avLst/>
          </a:prstGeom>
          <a:noFill/>
          <a:ln/>
        </p:spPr>
        <p:txBody>
          <a:bodyPr wrap="square" lIns="0" tIns="0" rIns="0" bIns="0" rtlCol="0" anchor="ctr"/>
          <a:lstStyle/>
          <a:p>
            <a:pPr algn="ctr" indent="0" marL="0">
              <a:buNone/>
            </a:pPr>
            <a:r>
              <a:rPr lang="en-US" sz="1050" b="1" dirty="0">
                <a:solidFill>
                  <a:srgbClr val="575756"/>
                </a:solidFill>
                <a:latin typeface="Arial" pitchFamily="34" charset="0"/>
                <a:ea typeface="Arial" pitchFamily="34" charset="-122"/>
                <a:cs typeface="Arial" pitchFamily="34" charset="-120"/>
              </a:rPr>
              <a:t>TLFs · Dashboards</a:t>
            </a:r>
            <a:endParaRPr lang="en-US" sz="1050" dirty="0"/>
          </a:p>
          <a:p>
            <a:pPr algn="ctr" indent="0" marL="0">
              <a:buNone/>
            </a:pPr>
            <a:r>
              <a:rPr lang="en-US" sz="1050" b="1" dirty="0">
                <a:solidFill>
                  <a:srgbClr val="575756"/>
                </a:solidFill>
                <a:latin typeface="Arial" pitchFamily="34" charset="0"/>
                <a:ea typeface="Arial" pitchFamily="34" charset="-122"/>
                <a:cs typeface="Arial" pitchFamily="34" charset="-120"/>
              </a:rPr>
              <a:t>Submission outputs</a:t>
            </a:r>
            <a:endParaRPr lang="en-US" sz="1050" dirty="0"/>
          </a:p>
        </p:txBody>
      </p:sp>
      <p:sp>
        <p:nvSpPr>
          <p:cNvPr id="18" name="Text 16"/>
          <p:cNvSpPr/>
          <p:nvPr/>
        </p:nvSpPr>
        <p:spPr>
          <a:xfrm>
            <a:off x="457200" y="2377440"/>
            <a:ext cx="4206240" cy="274320"/>
          </a:xfrm>
          <a:prstGeom prst="rect">
            <a:avLst/>
          </a:prstGeom>
          <a:noFill/>
          <a:ln/>
        </p:spPr>
        <p:txBody>
          <a:bodyPr wrap="square" lIns="0" tIns="0" rIns="0" bIns="0" rtlCol="0" anchor="ctr"/>
          <a:lstStyle/>
          <a:p>
            <a:pPr indent="0" marL="0">
              <a:buNone/>
            </a:pPr>
            <a:r>
              <a:rPr lang="en-US" sz="1350" b="1" dirty="0">
                <a:solidFill>
                  <a:srgbClr val="004750"/>
                </a:solidFill>
                <a:latin typeface="Arial" pitchFamily="34" charset="0"/>
                <a:ea typeface="Arial" pitchFamily="34" charset="-122"/>
                <a:cs typeface="Arial" pitchFamily="34" charset="-120"/>
              </a:rPr>
              <a:t>One record per computed value</a:t>
            </a:r>
            <a:endParaRPr lang="en-US" sz="1350" dirty="0"/>
          </a:p>
        </p:txBody>
      </p:sp>
      <p:sp>
        <p:nvSpPr>
          <p:cNvPr id="19" name="Shape 17"/>
          <p:cNvSpPr/>
          <p:nvPr/>
        </p:nvSpPr>
        <p:spPr>
          <a:xfrm>
            <a:off x="457200" y="2724912"/>
            <a:ext cx="1051560" cy="292608"/>
          </a:xfrm>
          <a:prstGeom prst="rect">
            <a:avLst/>
          </a:prstGeom>
          <a:solidFill>
            <a:srgbClr val="128474"/>
          </a:solidFill>
          <a:ln w="12700">
            <a:solidFill>
              <a:srgbClr val="FFFFFF"/>
            </a:solidFill>
            <a:prstDash val="solid"/>
          </a:ln>
        </p:spPr>
      </p:sp>
      <p:sp>
        <p:nvSpPr>
          <p:cNvPr id="20" name="Text 18"/>
          <p:cNvSpPr/>
          <p:nvPr/>
        </p:nvSpPr>
        <p:spPr>
          <a:xfrm>
            <a:off x="493776" y="2724912"/>
            <a:ext cx="978408" cy="292608"/>
          </a:xfrm>
          <a:prstGeom prst="rect">
            <a:avLst/>
          </a:prstGeom>
          <a:noFill/>
          <a:ln/>
        </p:spPr>
        <p:txBody>
          <a:bodyPr wrap="square" lIns="0" tIns="0" rIns="0" bIns="0" rtlCol="0" anchor="ctr"/>
          <a:lstStyle/>
          <a:p>
            <a:pPr indent="0" marL="0">
              <a:buNone/>
            </a:pPr>
            <a:r>
              <a:rPr lang="en-US" sz="900" b="1" dirty="0">
                <a:solidFill>
                  <a:srgbClr val="FFFFFF"/>
                </a:solidFill>
                <a:latin typeface="Courier New" pitchFamily="34" charset="0"/>
                <a:ea typeface="Courier New" pitchFamily="34" charset="-122"/>
                <a:cs typeface="Courier New" pitchFamily="34" charset="-120"/>
              </a:rPr>
              <a:t>group</a:t>
            </a:r>
            <a:endParaRPr lang="en-US" sz="900" dirty="0"/>
          </a:p>
        </p:txBody>
      </p:sp>
      <p:sp>
        <p:nvSpPr>
          <p:cNvPr id="21" name="Shape 19"/>
          <p:cNvSpPr/>
          <p:nvPr/>
        </p:nvSpPr>
        <p:spPr>
          <a:xfrm>
            <a:off x="1508760" y="2724912"/>
            <a:ext cx="914400" cy="292608"/>
          </a:xfrm>
          <a:prstGeom prst="rect">
            <a:avLst/>
          </a:prstGeom>
          <a:solidFill>
            <a:srgbClr val="128474"/>
          </a:solidFill>
          <a:ln w="12700">
            <a:solidFill>
              <a:srgbClr val="FFFFFF"/>
            </a:solidFill>
            <a:prstDash val="solid"/>
          </a:ln>
        </p:spPr>
      </p:sp>
      <p:sp>
        <p:nvSpPr>
          <p:cNvPr id="22" name="Text 20"/>
          <p:cNvSpPr/>
          <p:nvPr/>
        </p:nvSpPr>
        <p:spPr>
          <a:xfrm>
            <a:off x="1545336" y="2724912"/>
            <a:ext cx="841248" cy="292608"/>
          </a:xfrm>
          <a:prstGeom prst="rect">
            <a:avLst/>
          </a:prstGeom>
          <a:noFill/>
          <a:ln/>
        </p:spPr>
        <p:txBody>
          <a:bodyPr wrap="square" lIns="0" tIns="0" rIns="0" bIns="0" rtlCol="0" anchor="ctr"/>
          <a:lstStyle/>
          <a:p>
            <a:pPr indent="0" marL="0">
              <a:buNone/>
            </a:pPr>
            <a:r>
              <a:rPr lang="en-US" sz="900" b="1" dirty="0">
                <a:solidFill>
                  <a:srgbClr val="FFFFFF"/>
                </a:solidFill>
                <a:latin typeface="Courier New" pitchFamily="34" charset="0"/>
                <a:ea typeface="Courier New" pitchFamily="34" charset="-122"/>
                <a:cs typeface="Courier New" pitchFamily="34" charset="-120"/>
              </a:rPr>
              <a:t>variable</a:t>
            </a:r>
            <a:endParaRPr lang="en-US" sz="900" dirty="0"/>
          </a:p>
        </p:txBody>
      </p:sp>
      <p:sp>
        <p:nvSpPr>
          <p:cNvPr id="23" name="Shape 21"/>
          <p:cNvSpPr/>
          <p:nvPr/>
        </p:nvSpPr>
        <p:spPr>
          <a:xfrm>
            <a:off x="2423160" y="2724912"/>
            <a:ext cx="1051560" cy="292608"/>
          </a:xfrm>
          <a:prstGeom prst="rect">
            <a:avLst/>
          </a:prstGeom>
          <a:solidFill>
            <a:srgbClr val="128474"/>
          </a:solidFill>
          <a:ln w="12700">
            <a:solidFill>
              <a:srgbClr val="FFFFFF"/>
            </a:solidFill>
            <a:prstDash val="solid"/>
          </a:ln>
        </p:spPr>
      </p:sp>
      <p:sp>
        <p:nvSpPr>
          <p:cNvPr id="24" name="Text 22"/>
          <p:cNvSpPr/>
          <p:nvPr/>
        </p:nvSpPr>
        <p:spPr>
          <a:xfrm>
            <a:off x="2459736" y="2724912"/>
            <a:ext cx="978408" cy="292608"/>
          </a:xfrm>
          <a:prstGeom prst="rect">
            <a:avLst/>
          </a:prstGeom>
          <a:noFill/>
          <a:ln/>
        </p:spPr>
        <p:txBody>
          <a:bodyPr wrap="square" lIns="0" tIns="0" rIns="0" bIns="0" rtlCol="0" anchor="ctr"/>
          <a:lstStyle/>
          <a:p>
            <a:pPr indent="0" marL="0">
              <a:buNone/>
            </a:pPr>
            <a:r>
              <a:rPr lang="en-US" sz="900" b="1" dirty="0">
                <a:solidFill>
                  <a:srgbClr val="FFFFFF"/>
                </a:solidFill>
                <a:latin typeface="Courier New" pitchFamily="34" charset="0"/>
                <a:ea typeface="Courier New" pitchFamily="34" charset="-122"/>
                <a:cs typeface="Courier New" pitchFamily="34" charset="-120"/>
              </a:rPr>
              <a:t>stat_name</a:t>
            </a:r>
            <a:endParaRPr lang="en-US" sz="900" dirty="0"/>
          </a:p>
        </p:txBody>
      </p:sp>
      <p:sp>
        <p:nvSpPr>
          <p:cNvPr id="25" name="Shape 23"/>
          <p:cNvSpPr/>
          <p:nvPr/>
        </p:nvSpPr>
        <p:spPr>
          <a:xfrm>
            <a:off x="3474720" y="2724912"/>
            <a:ext cx="685800" cy="292608"/>
          </a:xfrm>
          <a:prstGeom prst="rect">
            <a:avLst/>
          </a:prstGeom>
          <a:solidFill>
            <a:srgbClr val="128474"/>
          </a:solidFill>
          <a:ln w="12700">
            <a:solidFill>
              <a:srgbClr val="FFFFFF"/>
            </a:solidFill>
            <a:prstDash val="solid"/>
          </a:ln>
        </p:spPr>
      </p:sp>
      <p:sp>
        <p:nvSpPr>
          <p:cNvPr id="26" name="Text 24"/>
          <p:cNvSpPr/>
          <p:nvPr/>
        </p:nvSpPr>
        <p:spPr>
          <a:xfrm>
            <a:off x="3511296" y="2724912"/>
            <a:ext cx="612648" cy="292608"/>
          </a:xfrm>
          <a:prstGeom prst="rect">
            <a:avLst/>
          </a:prstGeom>
          <a:noFill/>
          <a:ln/>
        </p:spPr>
        <p:txBody>
          <a:bodyPr wrap="square" lIns="0" tIns="0" rIns="0" bIns="0" rtlCol="0" anchor="ctr"/>
          <a:lstStyle/>
          <a:p>
            <a:pPr indent="0" marL="0">
              <a:buNone/>
            </a:pPr>
            <a:r>
              <a:rPr lang="en-US" sz="900" b="1" dirty="0">
                <a:solidFill>
                  <a:srgbClr val="FFFFFF"/>
                </a:solidFill>
                <a:latin typeface="Courier New" pitchFamily="34" charset="0"/>
                <a:ea typeface="Courier New" pitchFamily="34" charset="-122"/>
                <a:cs typeface="Courier New" pitchFamily="34" charset="-120"/>
              </a:rPr>
              <a:t>stat</a:t>
            </a:r>
            <a:endParaRPr lang="en-US" sz="900" dirty="0"/>
          </a:p>
        </p:txBody>
      </p:sp>
      <p:sp>
        <p:nvSpPr>
          <p:cNvPr id="27" name="Shape 25"/>
          <p:cNvSpPr/>
          <p:nvPr/>
        </p:nvSpPr>
        <p:spPr>
          <a:xfrm>
            <a:off x="457200" y="3017520"/>
            <a:ext cx="1051560" cy="274320"/>
          </a:xfrm>
          <a:prstGeom prst="rect">
            <a:avLst/>
          </a:prstGeom>
          <a:solidFill>
            <a:srgbClr val="FFFFFF"/>
          </a:solidFill>
          <a:ln w="9525">
            <a:solidFill>
              <a:srgbClr val="D9DAD6"/>
            </a:solidFill>
            <a:prstDash val="solid"/>
          </a:ln>
        </p:spPr>
      </p:sp>
      <p:sp>
        <p:nvSpPr>
          <p:cNvPr id="28" name="Text 26"/>
          <p:cNvSpPr/>
          <p:nvPr/>
        </p:nvSpPr>
        <p:spPr>
          <a:xfrm>
            <a:off x="493776" y="3017520"/>
            <a:ext cx="978408" cy="274320"/>
          </a:xfrm>
          <a:prstGeom prst="rect">
            <a:avLst/>
          </a:prstGeom>
          <a:noFill/>
          <a:ln/>
        </p:spPr>
        <p:txBody>
          <a:bodyPr wrap="square" lIns="0" tIns="0" rIns="0" bIns="0" rtlCol="0" anchor="ctr"/>
          <a:lstStyle/>
          <a:p>
            <a:pPr indent="0" marL="0">
              <a:buNone/>
            </a:pPr>
            <a:r>
              <a:rPr lang="en-US" sz="900" dirty="0">
                <a:solidFill>
                  <a:srgbClr val="575756"/>
                </a:solidFill>
                <a:latin typeface="Courier New" pitchFamily="34" charset="0"/>
                <a:ea typeface="Courier New" pitchFamily="34" charset="-122"/>
                <a:cs typeface="Courier New" pitchFamily="34" charset="-120"/>
              </a:rPr>
              <a:t>Placebo</a:t>
            </a:r>
            <a:endParaRPr lang="en-US" sz="900" dirty="0"/>
          </a:p>
        </p:txBody>
      </p:sp>
      <p:sp>
        <p:nvSpPr>
          <p:cNvPr id="29" name="Shape 27"/>
          <p:cNvSpPr/>
          <p:nvPr/>
        </p:nvSpPr>
        <p:spPr>
          <a:xfrm>
            <a:off x="1508760" y="3017520"/>
            <a:ext cx="914400" cy="274320"/>
          </a:xfrm>
          <a:prstGeom prst="rect">
            <a:avLst/>
          </a:prstGeom>
          <a:solidFill>
            <a:srgbClr val="FFFFFF"/>
          </a:solidFill>
          <a:ln w="9525">
            <a:solidFill>
              <a:srgbClr val="D9DAD6"/>
            </a:solidFill>
            <a:prstDash val="solid"/>
          </a:ln>
        </p:spPr>
      </p:sp>
      <p:sp>
        <p:nvSpPr>
          <p:cNvPr id="30" name="Text 28"/>
          <p:cNvSpPr/>
          <p:nvPr/>
        </p:nvSpPr>
        <p:spPr>
          <a:xfrm>
            <a:off x="1545336" y="3017520"/>
            <a:ext cx="841248" cy="274320"/>
          </a:xfrm>
          <a:prstGeom prst="rect">
            <a:avLst/>
          </a:prstGeom>
          <a:noFill/>
          <a:ln/>
        </p:spPr>
        <p:txBody>
          <a:bodyPr wrap="square" lIns="0" tIns="0" rIns="0" bIns="0" rtlCol="0" anchor="ctr"/>
          <a:lstStyle/>
          <a:p>
            <a:pPr indent="0" marL="0">
              <a:buNone/>
            </a:pPr>
            <a:r>
              <a:rPr lang="en-US" sz="900" dirty="0">
                <a:solidFill>
                  <a:srgbClr val="575756"/>
                </a:solidFill>
                <a:latin typeface="Courier New" pitchFamily="34" charset="0"/>
                <a:ea typeface="Courier New" pitchFamily="34" charset="-122"/>
                <a:cs typeface="Courier New" pitchFamily="34" charset="-120"/>
              </a:rPr>
              <a:t>AGE</a:t>
            </a:r>
            <a:endParaRPr lang="en-US" sz="900" dirty="0"/>
          </a:p>
        </p:txBody>
      </p:sp>
      <p:sp>
        <p:nvSpPr>
          <p:cNvPr id="31" name="Shape 29"/>
          <p:cNvSpPr/>
          <p:nvPr/>
        </p:nvSpPr>
        <p:spPr>
          <a:xfrm>
            <a:off x="2423160" y="3017520"/>
            <a:ext cx="1051560" cy="274320"/>
          </a:xfrm>
          <a:prstGeom prst="rect">
            <a:avLst/>
          </a:prstGeom>
          <a:solidFill>
            <a:srgbClr val="FFFFFF"/>
          </a:solidFill>
          <a:ln w="9525">
            <a:solidFill>
              <a:srgbClr val="D9DAD6"/>
            </a:solidFill>
            <a:prstDash val="solid"/>
          </a:ln>
        </p:spPr>
      </p:sp>
      <p:sp>
        <p:nvSpPr>
          <p:cNvPr id="32" name="Text 30"/>
          <p:cNvSpPr/>
          <p:nvPr/>
        </p:nvSpPr>
        <p:spPr>
          <a:xfrm>
            <a:off x="2459736" y="3017520"/>
            <a:ext cx="978408" cy="274320"/>
          </a:xfrm>
          <a:prstGeom prst="rect">
            <a:avLst/>
          </a:prstGeom>
          <a:noFill/>
          <a:ln/>
        </p:spPr>
        <p:txBody>
          <a:bodyPr wrap="square" lIns="0" tIns="0" rIns="0" bIns="0" rtlCol="0" anchor="ctr"/>
          <a:lstStyle/>
          <a:p>
            <a:pPr indent="0" marL="0">
              <a:buNone/>
            </a:pPr>
            <a:r>
              <a:rPr lang="en-US" sz="900" dirty="0">
                <a:solidFill>
                  <a:srgbClr val="575756"/>
                </a:solidFill>
                <a:latin typeface="Courier New" pitchFamily="34" charset="0"/>
                <a:ea typeface="Courier New" pitchFamily="34" charset="-122"/>
                <a:cs typeface="Courier New" pitchFamily="34" charset="-120"/>
              </a:rPr>
              <a:t>mean</a:t>
            </a:r>
            <a:endParaRPr lang="en-US" sz="900" dirty="0"/>
          </a:p>
        </p:txBody>
      </p:sp>
      <p:sp>
        <p:nvSpPr>
          <p:cNvPr id="33" name="Shape 31"/>
          <p:cNvSpPr/>
          <p:nvPr/>
        </p:nvSpPr>
        <p:spPr>
          <a:xfrm>
            <a:off x="3474720" y="3017520"/>
            <a:ext cx="685800" cy="274320"/>
          </a:xfrm>
          <a:prstGeom prst="rect">
            <a:avLst/>
          </a:prstGeom>
          <a:solidFill>
            <a:srgbClr val="FFFFFF"/>
          </a:solidFill>
          <a:ln w="9525">
            <a:solidFill>
              <a:srgbClr val="D9DAD6"/>
            </a:solidFill>
            <a:prstDash val="solid"/>
          </a:ln>
        </p:spPr>
      </p:sp>
      <p:sp>
        <p:nvSpPr>
          <p:cNvPr id="34" name="Text 32"/>
          <p:cNvSpPr/>
          <p:nvPr/>
        </p:nvSpPr>
        <p:spPr>
          <a:xfrm>
            <a:off x="3511296" y="3017520"/>
            <a:ext cx="612648" cy="274320"/>
          </a:xfrm>
          <a:prstGeom prst="rect">
            <a:avLst/>
          </a:prstGeom>
          <a:noFill/>
          <a:ln/>
        </p:spPr>
        <p:txBody>
          <a:bodyPr wrap="square" lIns="0" tIns="0" rIns="0" bIns="0" rtlCol="0" anchor="ctr"/>
          <a:lstStyle/>
          <a:p>
            <a:pPr indent="0" marL="0">
              <a:buNone/>
            </a:pPr>
            <a:r>
              <a:rPr lang="en-US" sz="900" dirty="0">
                <a:solidFill>
                  <a:srgbClr val="632B86"/>
                </a:solidFill>
                <a:latin typeface="Courier New" pitchFamily="34" charset="0"/>
                <a:ea typeface="Courier New" pitchFamily="34" charset="-122"/>
                <a:cs typeface="Courier New" pitchFamily="34" charset="-120"/>
              </a:rPr>
              <a:t>45.2</a:t>
            </a:r>
            <a:endParaRPr lang="en-US" sz="900" dirty="0"/>
          </a:p>
        </p:txBody>
      </p:sp>
      <p:sp>
        <p:nvSpPr>
          <p:cNvPr id="35" name="Shape 33"/>
          <p:cNvSpPr/>
          <p:nvPr/>
        </p:nvSpPr>
        <p:spPr>
          <a:xfrm>
            <a:off x="457200" y="3291840"/>
            <a:ext cx="1051560" cy="274320"/>
          </a:xfrm>
          <a:prstGeom prst="rect">
            <a:avLst/>
          </a:prstGeom>
          <a:solidFill>
            <a:srgbClr val="F2F3ED"/>
          </a:solidFill>
          <a:ln w="9525">
            <a:solidFill>
              <a:srgbClr val="D9DAD6"/>
            </a:solidFill>
            <a:prstDash val="solid"/>
          </a:ln>
        </p:spPr>
      </p:sp>
      <p:sp>
        <p:nvSpPr>
          <p:cNvPr id="36" name="Text 34"/>
          <p:cNvSpPr/>
          <p:nvPr/>
        </p:nvSpPr>
        <p:spPr>
          <a:xfrm>
            <a:off x="493776" y="3291840"/>
            <a:ext cx="978408" cy="274320"/>
          </a:xfrm>
          <a:prstGeom prst="rect">
            <a:avLst/>
          </a:prstGeom>
          <a:noFill/>
          <a:ln/>
        </p:spPr>
        <p:txBody>
          <a:bodyPr wrap="square" lIns="0" tIns="0" rIns="0" bIns="0" rtlCol="0" anchor="ctr"/>
          <a:lstStyle/>
          <a:p>
            <a:pPr indent="0" marL="0">
              <a:buNone/>
            </a:pPr>
            <a:r>
              <a:rPr lang="en-US" sz="900" dirty="0">
                <a:solidFill>
                  <a:srgbClr val="575756"/>
                </a:solidFill>
                <a:latin typeface="Courier New" pitchFamily="34" charset="0"/>
                <a:ea typeface="Courier New" pitchFamily="34" charset="-122"/>
                <a:cs typeface="Courier New" pitchFamily="34" charset="-120"/>
              </a:rPr>
              <a:t>Placebo</a:t>
            </a:r>
            <a:endParaRPr lang="en-US" sz="900" dirty="0"/>
          </a:p>
        </p:txBody>
      </p:sp>
      <p:sp>
        <p:nvSpPr>
          <p:cNvPr id="37" name="Shape 35"/>
          <p:cNvSpPr/>
          <p:nvPr/>
        </p:nvSpPr>
        <p:spPr>
          <a:xfrm>
            <a:off x="1508760" y="3291840"/>
            <a:ext cx="914400" cy="274320"/>
          </a:xfrm>
          <a:prstGeom prst="rect">
            <a:avLst/>
          </a:prstGeom>
          <a:solidFill>
            <a:srgbClr val="F2F3ED"/>
          </a:solidFill>
          <a:ln w="9525">
            <a:solidFill>
              <a:srgbClr val="D9DAD6"/>
            </a:solidFill>
            <a:prstDash val="solid"/>
          </a:ln>
        </p:spPr>
      </p:sp>
      <p:sp>
        <p:nvSpPr>
          <p:cNvPr id="38" name="Text 36"/>
          <p:cNvSpPr/>
          <p:nvPr/>
        </p:nvSpPr>
        <p:spPr>
          <a:xfrm>
            <a:off x="1545336" y="3291840"/>
            <a:ext cx="841248" cy="274320"/>
          </a:xfrm>
          <a:prstGeom prst="rect">
            <a:avLst/>
          </a:prstGeom>
          <a:noFill/>
          <a:ln/>
        </p:spPr>
        <p:txBody>
          <a:bodyPr wrap="square" lIns="0" tIns="0" rIns="0" bIns="0" rtlCol="0" anchor="ctr"/>
          <a:lstStyle/>
          <a:p>
            <a:pPr indent="0" marL="0">
              <a:buNone/>
            </a:pPr>
            <a:r>
              <a:rPr lang="en-US" sz="900" dirty="0">
                <a:solidFill>
                  <a:srgbClr val="575756"/>
                </a:solidFill>
                <a:latin typeface="Courier New" pitchFamily="34" charset="0"/>
                <a:ea typeface="Courier New" pitchFamily="34" charset="-122"/>
                <a:cs typeface="Courier New" pitchFamily="34" charset="-120"/>
              </a:rPr>
              <a:t>AGE</a:t>
            </a:r>
            <a:endParaRPr lang="en-US" sz="900" dirty="0"/>
          </a:p>
        </p:txBody>
      </p:sp>
      <p:sp>
        <p:nvSpPr>
          <p:cNvPr id="39" name="Shape 37"/>
          <p:cNvSpPr/>
          <p:nvPr/>
        </p:nvSpPr>
        <p:spPr>
          <a:xfrm>
            <a:off x="2423160" y="3291840"/>
            <a:ext cx="1051560" cy="274320"/>
          </a:xfrm>
          <a:prstGeom prst="rect">
            <a:avLst/>
          </a:prstGeom>
          <a:solidFill>
            <a:srgbClr val="F2F3ED"/>
          </a:solidFill>
          <a:ln w="9525">
            <a:solidFill>
              <a:srgbClr val="D9DAD6"/>
            </a:solidFill>
            <a:prstDash val="solid"/>
          </a:ln>
        </p:spPr>
      </p:sp>
      <p:sp>
        <p:nvSpPr>
          <p:cNvPr id="40" name="Text 38"/>
          <p:cNvSpPr/>
          <p:nvPr/>
        </p:nvSpPr>
        <p:spPr>
          <a:xfrm>
            <a:off x="2459736" y="3291840"/>
            <a:ext cx="978408" cy="274320"/>
          </a:xfrm>
          <a:prstGeom prst="rect">
            <a:avLst/>
          </a:prstGeom>
          <a:noFill/>
          <a:ln/>
        </p:spPr>
        <p:txBody>
          <a:bodyPr wrap="square" lIns="0" tIns="0" rIns="0" bIns="0" rtlCol="0" anchor="ctr"/>
          <a:lstStyle/>
          <a:p>
            <a:pPr indent="0" marL="0">
              <a:buNone/>
            </a:pPr>
            <a:r>
              <a:rPr lang="en-US" sz="900" dirty="0">
                <a:solidFill>
                  <a:srgbClr val="575756"/>
                </a:solidFill>
                <a:latin typeface="Courier New" pitchFamily="34" charset="0"/>
                <a:ea typeface="Courier New" pitchFamily="34" charset="-122"/>
                <a:cs typeface="Courier New" pitchFamily="34" charset="-120"/>
              </a:rPr>
              <a:t>sd</a:t>
            </a:r>
            <a:endParaRPr lang="en-US" sz="900" dirty="0"/>
          </a:p>
        </p:txBody>
      </p:sp>
      <p:sp>
        <p:nvSpPr>
          <p:cNvPr id="41" name="Shape 39"/>
          <p:cNvSpPr/>
          <p:nvPr/>
        </p:nvSpPr>
        <p:spPr>
          <a:xfrm>
            <a:off x="3474720" y="3291840"/>
            <a:ext cx="685800" cy="274320"/>
          </a:xfrm>
          <a:prstGeom prst="rect">
            <a:avLst/>
          </a:prstGeom>
          <a:solidFill>
            <a:srgbClr val="F2F3ED"/>
          </a:solidFill>
          <a:ln w="9525">
            <a:solidFill>
              <a:srgbClr val="D9DAD6"/>
            </a:solidFill>
            <a:prstDash val="solid"/>
          </a:ln>
        </p:spPr>
      </p:sp>
      <p:sp>
        <p:nvSpPr>
          <p:cNvPr id="42" name="Text 40"/>
          <p:cNvSpPr/>
          <p:nvPr/>
        </p:nvSpPr>
        <p:spPr>
          <a:xfrm>
            <a:off x="3511296" y="3291840"/>
            <a:ext cx="612648" cy="274320"/>
          </a:xfrm>
          <a:prstGeom prst="rect">
            <a:avLst/>
          </a:prstGeom>
          <a:noFill/>
          <a:ln/>
        </p:spPr>
        <p:txBody>
          <a:bodyPr wrap="square" lIns="0" tIns="0" rIns="0" bIns="0" rtlCol="0" anchor="ctr"/>
          <a:lstStyle/>
          <a:p>
            <a:pPr indent="0" marL="0">
              <a:buNone/>
            </a:pPr>
            <a:r>
              <a:rPr lang="en-US" sz="900" dirty="0">
                <a:solidFill>
                  <a:srgbClr val="632B86"/>
                </a:solidFill>
                <a:latin typeface="Courier New" pitchFamily="34" charset="0"/>
                <a:ea typeface="Courier New" pitchFamily="34" charset="-122"/>
                <a:cs typeface="Courier New" pitchFamily="34" charset="-120"/>
              </a:rPr>
              <a:t>12.3</a:t>
            </a:r>
            <a:endParaRPr lang="en-US" sz="900" dirty="0"/>
          </a:p>
        </p:txBody>
      </p:sp>
      <p:sp>
        <p:nvSpPr>
          <p:cNvPr id="43" name="Shape 41"/>
          <p:cNvSpPr/>
          <p:nvPr/>
        </p:nvSpPr>
        <p:spPr>
          <a:xfrm>
            <a:off x="457200" y="3566160"/>
            <a:ext cx="1051560" cy="274320"/>
          </a:xfrm>
          <a:prstGeom prst="rect">
            <a:avLst/>
          </a:prstGeom>
          <a:solidFill>
            <a:srgbClr val="FFFFFF"/>
          </a:solidFill>
          <a:ln w="9525">
            <a:solidFill>
              <a:srgbClr val="D9DAD6"/>
            </a:solidFill>
            <a:prstDash val="solid"/>
          </a:ln>
        </p:spPr>
      </p:sp>
      <p:sp>
        <p:nvSpPr>
          <p:cNvPr id="44" name="Text 42"/>
          <p:cNvSpPr/>
          <p:nvPr/>
        </p:nvSpPr>
        <p:spPr>
          <a:xfrm>
            <a:off x="493776" y="3566160"/>
            <a:ext cx="978408" cy="274320"/>
          </a:xfrm>
          <a:prstGeom prst="rect">
            <a:avLst/>
          </a:prstGeom>
          <a:noFill/>
          <a:ln/>
        </p:spPr>
        <p:txBody>
          <a:bodyPr wrap="square" lIns="0" tIns="0" rIns="0" bIns="0" rtlCol="0" anchor="ctr"/>
          <a:lstStyle/>
          <a:p>
            <a:pPr indent="0" marL="0">
              <a:buNone/>
            </a:pPr>
            <a:r>
              <a:rPr lang="en-US" sz="900" dirty="0">
                <a:solidFill>
                  <a:srgbClr val="575756"/>
                </a:solidFill>
                <a:latin typeface="Courier New" pitchFamily="34" charset="0"/>
                <a:ea typeface="Courier New" pitchFamily="34" charset="-122"/>
                <a:cs typeface="Courier New" pitchFamily="34" charset="-120"/>
              </a:rPr>
              <a:t>Treatment</a:t>
            </a:r>
            <a:endParaRPr lang="en-US" sz="900" dirty="0"/>
          </a:p>
        </p:txBody>
      </p:sp>
      <p:sp>
        <p:nvSpPr>
          <p:cNvPr id="45" name="Shape 43"/>
          <p:cNvSpPr/>
          <p:nvPr/>
        </p:nvSpPr>
        <p:spPr>
          <a:xfrm>
            <a:off x="1508760" y="3566160"/>
            <a:ext cx="914400" cy="274320"/>
          </a:xfrm>
          <a:prstGeom prst="rect">
            <a:avLst/>
          </a:prstGeom>
          <a:solidFill>
            <a:srgbClr val="FFFFFF"/>
          </a:solidFill>
          <a:ln w="9525">
            <a:solidFill>
              <a:srgbClr val="D9DAD6"/>
            </a:solidFill>
            <a:prstDash val="solid"/>
          </a:ln>
        </p:spPr>
      </p:sp>
      <p:sp>
        <p:nvSpPr>
          <p:cNvPr id="46" name="Text 44"/>
          <p:cNvSpPr/>
          <p:nvPr/>
        </p:nvSpPr>
        <p:spPr>
          <a:xfrm>
            <a:off x="1545336" y="3566160"/>
            <a:ext cx="841248" cy="274320"/>
          </a:xfrm>
          <a:prstGeom prst="rect">
            <a:avLst/>
          </a:prstGeom>
          <a:noFill/>
          <a:ln/>
        </p:spPr>
        <p:txBody>
          <a:bodyPr wrap="square" lIns="0" tIns="0" rIns="0" bIns="0" rtlCol="0" anchor="ctr"/>
          <a:lstStyle/>
          <a:p>
            <a:pPr indent="0" marL="0">
              <a:buNone/>
            </a:pPr>
            <a:r>
              <a:rPr lang="en-US" sz="900" dirty="0">
                <a:solidFill>
                  <a:srgbClr val="575756"/>
                </a:solidFill>
                <a:latin typeface="Courier New" pitchFamily="34" charset="0"/>
                <a:ea typeface="Courier New" pitchFamily="34" charset="-122"/>
                <a:cs typeface="Courier New" pitchFamily="34" charset="-120"/>
              </a:rPr>
              <a:t>AGE</a:t>
            </a:r>
            <a:endParaRPr lang="en-US" sz="900" dirty="0"/>
          </a:p>
        </p:txBody>
      </p:sp>
      <p:sp>
        <p:nvSpPr>
          <p:cNvPr id="47" name="Shape 45"/>
          <p:cNvSpPr/>
          <p:nvPr/>
        </p:nvSpPr>
        <p:spPr>
          <a:xfrm>
            <a:off x="2423160" y="3566160"/>
            <a:ext cx="1051560" cy="274320"/>
          </a:xfrm>
          <a:prstGeom prst="rect">
            <a:avLst/>
          </a:prstGeom>
          <a:solidFill>
            <a:srgbClr val="FFFFFF"/>
          </a:solidFill>
          <a:ln w="9525">
            <a:solidFill>
              <a:srgbClr val="D9DAD6"/>
            </a:solidFill>
            <a:prstDash val="solid"/>
          </a:ln>
        </p:spPr>
      </p:sp>
      <p:sp>
        <p:nvSpPr>
          <p:cNvPr id="48" name="Text 46"/>
          <p:cNvSpPr/>
          <p:nvPr/>
        </p:nvSpPr>
        <p:spPr>
          <a:xfrm>
            <a:off x="2459736" y="3566160"/>
            <a:ext cx="978408" cy="274320"/>
          </a:xfrm>
          <a:prstGeom prst="rect">
            <a:avLst/>
          </a:prstGeom>
          <a:noFill/>
          <a:ln/>
        </p:spPr>
        <p:txBody>
          <a:bodyPr wrap="square" lIns="0" tIns="0" rIns="0" bIns="0" rtlCol="0" anchor="ctr"/>
          <a:lstStyle/>
          <a:p>
            <a:pPr indent="0" marL="0">
              <a:buNone/>
            </a:pPr>
            <a:r>
              <a:rPr lang="en-US" sz="900" dirty="0">
                <a:solidFill>
                  <a:srgbClr val="575756"/>
                </a:solidFill>
                <a:latin typeface="Courier New" pitchFamily="34" charset="0"/>
                <a:ea typeface="Courier New" pitchFamily="34" charset="-122"/>
                <a:cs typeface="Courier New" pitchFamily="34" charset="-120"/>
              </a:rPr>
              <a:t>mean</a:t>
            </a:r>
            <a:endParaRPr lang="en-US" sz="900" dirty="0"/>
          </a:p>
        </p:txBody>
      </p:sp>
      <p:sp>
        <p:nvSpPr>
          <p:cNvPr id="49" name="Shape 47"/>
          <p:cNvSpPr/>
          <p:nvPr/>
        </p:nvSpPr>
        <p:spPr>
          <a:xfrm>
            <a:off x="3474720" y="3566160"/>
            <a:ext cx="685800" cy="274320"/>
          </a:xfrm>
          <a:prstGeom prst="rect">
            <a:avLst/>
          </a:prstGeom>
          <a:solidFill>
            <a:srgbClr val="FFFFFF"/>
          </a:solidFill>
          <a:ln w="9525">
            <a:solidFill>
              <a:srgbClr val="D9DAD6"/>
            </a:solidFill>
            <a:prstDash val="solid"/>
          </a:ln>
        </p:spPr>
      </p:sp>
      <p:sp>
        <p:nvSpPr>
          <p:cNvPr id="50" name="Text 48"/>
          <p:cNvSpPr/>
          <p:nvPr/>
        </p:nvSpPr>
        <p:spPr>
          <a:xfrm>
            <a:off x="3511296" y="3566160"/>
            <a:ext cx="612648" cy="274320"/>
          </a:xfrm>
          <a:prstGeom prst="rect">
            <a:avLst/>
          </a:prstGeom>
          <a:noFill/>
          <a:ln/>
        </p:spPr>
        <p:txBody>
          <a:bodyPr wrap="square" lIns="0" tIns="0" rIns="0" bIns="0" rtlCol="0" anchor="ctr"/>
          <a:lstStyle/>
          <a:p>
            <a:pPr indent="0" marL="0">
              <a:buNone/>
            </a:pPr>
            <a:r>
              <a:rPr lang="en-US" sz="900" dirty="0">
                <a:solidFill>
                  <a:srgbClr val="632B86"/>
                </a:solidFill>
                <a:latin typeface="Courier New" pitchFamily="34" charset="0"/>
                <a:ea typeface="Courier New" pitchFamily="34" charset="-122"/>
                <a:cs typeface="Courier New" pitchFamily="34" charset="-120"/>
              </a:rPr>
              <a:t>46.8</a:t>
            </a:r>
            <a:endParaRPr lang="en-US" sz="900" dirty="0"/>
          </a:p>
        </p:txBody>
      </p:sp>
      <p:sp>
        <p:nvSpPr>
          <p:cNvPr id="51" name="Text 49"/>
          <p:cNvSpPr/>
          <p:nvPr/>
        </p:nvSpPr>
        <p:spPr>
          <a:xfrm>
            <a:off x="457200" y="3913632"/>
            <a:ext cx="3931920" cy="457200"/>
          </a:xfrm>
          <a:prstGeom prst="rect">
            <a:avLst/>
          </a:prstGeom>
          <a:noFill/>
          <a:ln/>
        </p:spPr>
        <p:txBody>
          <a:bodyPr wrap="square" lIns="0" tIns="0" rIns="0" bIns="0" rtlCol="0" anchor="ctr"/>
          <a:lstStyle/>
          <a:p>
            <a:pPr indent="0" marL="0">
              <a:buNone/>
            </a:pPr>
            <a:r>
              <a:rPr lang="en-US" sz="1000" i="1" dirty="0">
                <a:solidFill>
                  <a:srgbClr val="6A696D"/>
                </a:solidFill>
                <a:latin typeface="Arial" pitchFamily="34" charset="0"/>
                <a:ea typeface="Arial" pitchFamily="34" charset="-122"/>
                <a:cs typeface="Arial" pitchFamily="34" charset="-120"/>
              </a:rPr>
              <a:t>+ links back to the analysis, method operation, and grouping IDs that produced it</a:t>
            </a:r>
            <a:endParaRPr lang="en-US" sz="1000" dirty="0"/>
          </a:p>
        </p:txBody>
      </p:sp>
      <p:sp>
        <p:nvSpPr>
          <p:cNvPr id="52" name="Text 50"/>
          <p:cNvSpPr/>
          <p:nvPr/>
        </p:nvSpPr>
        <p:spPr>
          <a:xfrm>
            <a:off x="4846320" y="2377440"/>
            <a:ext cx="3840480" cy="274320"/>
          </a:xfrm>
          <a:prstGeom prst="rect">
            <a:avLst/>
          </a:prstGeom>
          <a:noFill/>
          <a:ln/>
        </p:spPr>
        <p:txBody>
          <a:bodyPr wrap="square" lIns="0" tIns="0" rIns="0" bIns="0" rtlCol="0" anchor="ctr"/>
          <a:lstStyle/>
          <a:p>
            <a:pPr indent="0" marL="0">
              <a:buNone/>
            </a:pPr>
            <a:r>
              <a:rPr lang="en-US" sz="1350" b="1" dirty="0">
                <a:solidFill>
                  <a:srgbClr val="004750"/>
                </a:solidFill>
                <a:latin typeface="Arial" pitchFamily="34" charset="0"/>
                <a:ea typeface="Arial" pitchFamily="34" charset="-122"/>
                <a:cs typeface="Arial" pitchFamily="34" charset="-120"/>
              </a:rPr>
              <a:t>What structured results enable</a:t>
            </a:r>
            <a:endParaRPr lang="en-US" sz="1350" dirty="0"/>
          </a:p>
        </p:txBody>
      </p:sp>
      <p:sp>
        <p:nvSpPr>
          <p:cNvPr id="53" name="Text 51"/>
          <p:cNvSpPr/>
          <p:nvPr/>
        </p:nvSpPr>
        <p:spPr>
          <a:xfrm>
            <a:off x="4846320" y="2697480"/>
            <a:ext cx="3840480" cy="402336"/>
          </a:xfrm>
          <a:prstGeom prst="rect">
            <a:avLst/>
          </a:prstGeom>
          <a:noFill/>
          <a:ln/>
        </p:spPr>
        <p:txBody>
          <a:bodyPr wrap="square" lIns="0" tIns="0" rIns="0" bIns="0" rtlCol="0" anchor="ctr"/>
          <a:lstStyle/>
          <a:p>
            <a:pPr indent="0" marL="0">
              <a:buNone/>
            </a:pPr>
            <a:r>
              <a:rPr lang="en-US" sz="1050" b="1" dirty="0">
                <a:solidFill>
                  <a:srgbClr val="128474"/>
                </a:solidFill>
                <a:latin typeface="Arial" pitchFamily="34" charset="0"/>
                <a:ea typeface="Arial" pitchFamily="34" charset="-122"/>
                <a:cs typeface="Arial" pitchFamily="34" charset="-120"/>
              </a:rPr>
              <a:t>Exchange — </a:t>
            </a:r>
            <a:pPr indent="0" marL="0">
              <a:buNone/>
            </a:pPr>
            <a:r>
              <a:rPr lang="en-US" sz="1050" dirty="0">
                <a:solidFill>
                  <a:srgbClr val="575756"/>
                </a:solidFill>
                <a:latin typeface="Arial" pitchFamily="34" charset="0"/>
                <a:ea typeface="Arial" pitchFamily="34" charset="-122"/>
                <a:cs typeface="Arial" pitchFamily="34" charset="-120"/>
              </a:rPr>
              <a:t>results move between tools and partners, no RTF re-parsing</a:t>
            </a:r>
            <a:endParaRPr lang="en-US" sz="1050" dirty="0"/>
          </a:p>
        </p:txBody>
      </p:sp>
      <p:sp>
        <p:nvSpPr>
          <p:cNvPr id="54" name="Text 52"/>
          <p:cNvSpPr/>
          <p:nvPr/>
        </p:nvSpPr>
        <p:spPr>
          <a:xfrm>
            <a:off x="4846320" y="3136392"/>
            <a:ext cx="3840480" cy="402336"/>
          </a:xfrm>
          <a:prstGeom prst="rect">
            <a:avLst/>
          </a:prstGeom>
          <a:noFill/>
          <a:ln/>
        </p:spPr>
        <p:txBody>
          <a:bodyPr wrap="square" lIns="0" tIns="0" rIns="0" bIns="0" rtlCol="0" anchor="ctr"/>
          <a:lstStyle/>
          <a:p>
            <a:pPr indent="0" marL="0">
              <a:buNone/>
            </a:pPr>
            <a:r>
              <a:rPr lang="en-US" sz="1050" b="1" dirty="0">
                <a:solidFill>
                  <a:srgbClr val="128474"/>
                </a:solidFill>
                <a:latin typeface="Arial" pitchFamily="34" charset="0"/>
                <a:ea typeface="Arial" pitchFamily="34" charset="-122"/>
                <a:cs typeface="Arial" pitchFamily="34" charset="-120"/>
              </a:rPr>
              <a:t>Review — </a:t>
            </a:r>
            <a:pPr indent="0" marL="0">
              <a:buNone/>
            </a:pPr>
            <a:r>
              <a:rPr lang="en-US" sz="1050" dirty="0">
                <a:solidFill>
                  <a:srgbClr val="575756"/>
                </a:solidFill>
                <a:latin typeface="Arial" pitchFamily="34" charset="0"/>
                <a:ea typeface="Arial" pitchFamily="34" charset="-122"/>
                <a:cs typeface="Arial" pitchFamily="34" charset="-120"/>
              </a:rPr>
              <a:t>query every analysis using a population or method in seconds</a:t>
            </a:r>
            <a:endParaRPr lang="en-US" sz="1050" dirty="0"/>
          </a:p>
        </p:txBody>
      </p:sp>
      <p:sp>
        <p:nvSpPr>
          <p:cNvPr id="55" name="Text 53"/>
          <p:cNvSpPr/>
          <p:nvPr/>
        </p:nvSpPr>
        <p:spPr>
          <a:xfrm>
            <a:off x="4846320" y="3575304"/>
            <a:ext cx="3840480" cy="402336"/>
          </a:xfrm>
          <a:prstGeom prst="rect">
            <a:avLst/>
          </a:prstGeom>
          <a:noFill/>
          <a:ln/>
        </p:spPr>
        <p:txBody>
          <a:bodyPr wrap="square" lIns="0" tIns="0" rIns="0" bIns="0" rtlCol="0" anchor="ctr"/>
          <a:lstStyle/>
          <a:p>
            <a:pPr indent="0" marL="0">
              <a:buNone/>
            </a:pPr>
            <a:r>
              <a:rPr lang="en-US" sz="1050" b="1" dirty="0">
                <a:solidFill>
                  <a:srgbClr val="128474"/>
                </a:solidFill>
                <a:latin typeface="Arial" pitchFamily="34" charset="0"/>
                <a:ea typeface="Arial" pitchFamily="34" charset="-122"/>
                <a:cs typeface="Arial" pitchFamily="34" charset="-120"/>
              </a:rPr>
              <a:t>Traceability — </a:t>
            </a:r>
            <a:pPr indent="0" marL="0">
              <a:buNone/>
            </a:pPr>
            <a:r>
              <a:rPr lang="en-US" sz="1050" dirty="0">
                <a:solidFill>
                  <a:srgbClr val="575756"/>
                </a:solidFill>
                <a:latin typeface="Arial" pitchFamily="34" charset="0"/>
                <a:ea typeface="Arial" pitchFamily="34" charset="-122"/>
                <a:cs typeface="Arial" pitchFamily="34" charset="-120"/>
              </a:rPr>
              <a:t>each value carries its specification lineage</a:t>
            </a:r>
            <a:endParaRPr lang="en-US" sz="1050" dirty="0"/>
          </a:p>
        </p:txBody>
      </p:sp>
      <p:sp>
        <p:nvSpPr>
          <p:cNvPr id="56" name="Text 54"/>
          <p:cNvSpPr/>
          <p:nvPr/>
        </p:nvSpPr>
        <p:spPr>
          <a:xfrm>
            <a:off x="4846320" y="4014216"/>
            <a:ext cx="3840480" cy="402336"/>
          </a:xfrm>
          <a:prstGeom prst="rect">
            <a:avLst/>
          </a:prstGeom>
          <a:noFill/>
          <a:ln/>
        </p:spPr>
        <p:txBody>
          <a:bodyPr wrap="square" lIns="0" tIns="0" rIns="0" bIns="0" rtlCol="0" anchor="ctr"/>
          <a:lstStyle/>
          <a:p>
            <a:pPr indent="0" marL="0">
              <a:buNone/>
            </a:pPr>
            <a:r>
              <a:rPr lang="en-US" sz="1050" b="1" dirty="0">
                <a:solidFill>
                  <a:srgbClr val="128474"/>
                </a:solidFill>
                <a:latin typeface="Arial" pitchFamily="34" charset="0"/>
                <a:ea typeface="Arial" pitchFamily="34" charset="-122"/>
                <a:cs typeface="Arial" pitchFamily="34" charset="-120"/>
              </a:rPr>
              <a:t>Rendering — </a:t>
            </a:r>
            <a:pPr indent="0" marL="0">
              <a:buNone/>
            </a:pPr>
            <a:r>
              <a:rPr lang="en-US" sz="1050" dirty="0">
                <a:solidFill>
                  <a:srgbClr val="575756"/>
                </a:solidFill>
                <a:latin typeface="Arial" pitchFamily="34" charset="0"/>
                <a:ea typeface="Arial" pitchFamily="34" charset="-122"/>
                <a:cs typeface="Arial" pitchFamily="34" charset="-120"/>
              </a:rPr>
              <a:t>the same ARD feeds tables, figures, dashboards, submissions</a:t>
            </a:r>
            <a:endParaRPr lang="en-US" sz="1050" dirty="0"/>
          </a:p>
        </p:txBody>
      </p:sp>
      <p:sp>
        <p:nvSpPr>
          <p:cNvPr id="57" name="Shape 55"/>
          <p:cNvSpPr/>
          <p:nvPr/>
        </p:nvSpPr>
        <p:spPr>
          <a:xfrm>
            <a:off x="457200" y="4590288"/>
            <a:ext cx="8229600" cy="384048"/>
          </a:xfrm>
          <a:prstGeom prst="roundRect">
            <a:avLst>
              <a:gd name="adj" fmla="val 16667"/>
            </a:avLst>
          </a:prstGeom>
          <a:solidFill>
            <a:srgbClr val="EEF4D6"/>
          </a:solidFill>
          <a:ln/>
        </p:spPr>
      </p:sp>
      <p:sp>
        <p:nvSpPr>
          <p:cNvPr id="58" name="Text 56"/>
          <p:cNvSpPr/>
          <p:nvPr/>
        </p:nvSpPr>
        <p:spPr>
          <a:xfrm>
            <a:off x="640080" y="4590288"/>
            <a:ext cx="7863840" cy="384048"/>
          </a:xfrm>
          <a:prstGeom prst="rect">
            <a:avLst/>
          </a:prstGeom>
          <a:noFill/>
          <a:ln/>
        </p:spPr>
        <p:txBody>
          <a:bodyPr wrap="square" lIns="0" tIns="0" rIns="0" bIns="0" rtlCol="0" anchor="ctr"/>
          <a:lstStyle/>
          <a:p>
            <a:pPr indent="0" marL="0">
              <a:buNone/>
            </a:pPr>
            <a:r>
              <a:rPr lang="en-US" sz="1200" b="1" dirty="0">
                <a:solidFill>
                  <a:srgbClr val="128474"/>
                </a:solidFill>
                <a:latin typeface="Arial" pitchFamily="34" charset="0"/>
                <a:ea typeface="Arial" pitchFamily="34" charset="-122"/>
                <a:cs typeface="Arial" pitchFamily="34" charset="-120"/>
              </a:rPr>
              <a:t>ARS describes what should be computed; ARD is the standardized record of what was computed.</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900" name="BrandBar"/>
          <p:cNvSpPr/>
          <p:nvPr/>
        </p:nvSpPr>
        <p:spPr>
          <a:xfrm>
            <a:off x="0" y="0"/>
            <a:ext cx="9144000" cy="777240"/>
          </a:xfrm>
          <a:prstGeom prst="rect">
            <a:avLst/>
          </a:prstGeom>
          <a:solidFill>
            <a:srgbClr val="128474"/>
          </a:solidFill>
          <a:ln>
            <a:noFill/>
          </a:ln>
        </p:spPr>
        <p:txBody>
          <a:bodyPr/>
          <a:lstStyle/>
          <a:p/>
        </p:txBody>
      </p:sp>
      <p:sp>
        <p:nvSpPr>
          <p:cNvPr id="901" name="BrandAccent"/>
          <p:cNvSpPr/>
          <p:nvPr/>
        </p:nvSpPr>
        <p:spPr>
          <a:xfrm>
            <a:off x="0" y="777240"/>
            <a:ext cx="9144000" cy="36576"/>
          </a:xfrm>
          <a:prstGeom prst="rect">
            <a:avLst/>
          </a:prstGeom>
          <a:solidFill>
            <a:srgbClr val="94D60A"/>
          </a:solidFill>
          <a:ln>
            <a:noFill/>
          </a:ln>
        </p:spPr>
        <p:txBody>
          <a:bodyPr/>
          <a:lstStyle/>
          <a:p/>
        </p:txBody>
      </p:sp>
      <p:sp>
        <p:nvSpPr>
          <p:cNvPr id="2" name="Text 0"/>
          <p:cNvSpPr/>
          <p:nvPr/>
        </p:nvSpPr>
        <p:spPr>
          <a:xfrm>
            <a:off x="457200" y="82296"/>
            <a:ext cx="8229600" cy="274320"/>
          </a:xfrm>
          <a:prstGeom prst="rect">
            <a:avLst/>
          </a:prstGeom>
          <a:noFill/>
          <a:ln/>
        </p:spPr>
        <p:txBody>
          <a:bodyPr wrap="square" lIns="0" tIns="0" rIns="0" bIns="0" rtlCol="0" anchor="ctr"/>
          <a:lstStyle/>
          <a:p>
            <a:pPr indent="0" marL="0">
              <a:buNone/>
            </a:pPr>
            <a:r>
              <a:rPr sz="1100" lang="en-US" b="1" spc="300" kern="0" dirty="0">
                <a:solidFill>
                  <a:srgbClr val="FFFFFF"/>
                </a:solidFill>
                <a:latin typeface="Arial" pitchFamily="34" charset="0"/>
                <a:ea typeface="Arial" pitchFamily="34" charset="-122"/>
                <a:cs typeface="Arial" pitchFamily="34" charset="-120"/>
              </a:rPr>
              <a:t>REALITY CHECK</a:t>
            </a:r>
            <a:endParaRPr sz="1100" lang="en-US" dirty="0"/>
          </a:p>
        </p:txBody>
      </p:sp>
      <p:sp>
        <p:nvSpPr>
          <p:cNvPr id="3" name="Text 1"/>
          <p:cNvSpPr/>
          <p:nvPr/>
        </p:nvSpPr>
        <p:spPr>
          <a:xfrm>
            <a:off x="457200" y="297180"/>
            <a:ext cx="8412480" cy="566928"/>
          </a:xfrm>
          <a:prstGeom prst="rect">
            <a:avLst/>
          </a:prstGeom>
          <a:noFill/>
          <a:ln/>
        </p:spPr>
        <p:txBody>
          <a:bodyPr wrap="square" lIns="0" tIns="0" rIns="0" bIns="0" rtlCol="0" anchor="ctr"/>
          <a:lstStyle/>
          <a:p>
            <a:pPr indent="0" marL="0">
              <a:buNone/>
            </a:pPr>
            <a:r>
              <a:rPr sz="2400" lang="en-US" b="1" dirty="0">
                <a:solidFill>
                  <a:srgbClr val="FFFFFF"/>
                </a:solidFill>
                <a:latin typeface="Arial" pitchFamily="34" charset="0"/>
                <a:ea typeface="Arial" pitchFamily="34" charset="-122"/>
                <a:cs typeface="Arial" pitchFamily="34" charset="-120"/>
              </a:rPr>
              <a:t>Why Adoption Is Hard — Despite the Value</a:t>
            </a:r>
            <a:endParaRPr sz="2400" lang="en-US" dirty="0"/>
          </a:p>
        </p:txBody>
      </p:sp>
      <p:sp>
        <p:nvSpPr>
          <p:cNvPr id="4" name="Shape 2"/>
          <p:cNvSpPr/>
          <p:nvPr/>
        </p:nvSpPr>
        <p:spPr>
          <a:xfrm>
            <a:off x="457200" y="1325880"/>
            <a:ext cx="2651760" cy="1389888"/>
          </a:xfrm>
          <a:prstGeom prst="roundRect">
            <a:avLst>
              <a:gd name="adj" fmla="val 5263"/>
            </a:avLst>
          </a:prstGeom>
          <a:solidFill>
            <a:srgbClr val="F4F1F8"/>
          </a:solidFill>
          <a:ln/>
        </p:spPr>
      </p:sp>
      <p:sp>
        <p:nvSpPr>
          <p:cNvPr id="5" name="Shape 3"/>
          <p:cNvSpPr/>
          <p:nvPr/>
        </p:nvSpPr>
        <p:spPr>
          <a:xfrm>
            <a:off x="621792" y="1481328"/>
            <a:ext cx="384048" cy="384048"/>
          </a:xfrm>
          <a:prstGeom prst="ellipse">
            <a:avLst/>
          </a:prstGeom>
          <a:solidFill>
            <a:srgbClr val="FFFFFF"/>
          </a:solidFill>
          <a:ln/>
        </p:spPr>
      </p:sp>
      <p:pic>
        <p:nvPicPr>
          <p:cNvPr id="6" name="Image 0" descr="preencoded.png">    </p:cNvPr>
          <p:cNvPicPr>
            <a:picLocks noChangeAspect="1"/>
          </p:cNvPicPr>
          <p:nvPr/>
        </p:nvPicPr>
        <p:blipFill>
          <a:blip r:embed="rId1"/>
          <a:stretch>
            <a:fillRect/>
          </a:stretch>
        </p:blipFill>
        <p:spPr>
          <a:xfrm>
            <a:off x="704088" y="1563624"/>
            <a:ext cx="219456" cy="219456"/>
          </a:xfrm>
          <a:prstGeom prst="rect">
            <a:avLst/>
          </a:prstGeom>
        </p:spPr>
      </p:pic>
      <p:sp>
        <p:nvSpPr>
          <p:cNvPr id="7" name="Text 4"/>
          <p:cNvSpPr/>
          <p:nvPr/>
        </p:nvSpPr>
        <p:spPr>
          <a:xfrm>
            <a:off x="1115568" y="1444752"/>
            <a:ext cx="1874520" cy="502920"/>
          </a:xfrm>
          <a:prstGeom prst="rect">
            <a:avLst/>
          </a:prstGeom>
          <a:noFill/>
          <a:ln/>
        </p:spPr>
        <p:txBody>
          <a:bodyPr wrap="square" lIns="0" tIns="0" rIns="0" bIns="0" rtlCol="0" anchor="ctr"/>
          <a:lstStyle/>
          <a:p>
            <a:pPr indent="0" marL="0">
              <a:buNone/>
            </a:pPr>
            <a:r>
              <a:rPr lang="en-US" sz="1300" b="1" dirty="0">
                <a:solidFill>
                  <a:srgbClr val="004750"/>
                </a:solidFill>
                <a:latin typeface="Arial" pitchFamily="34" charset="0"/>
                <a:ea typeface="Arial" pitchFamily="34" charset="-122"/>
                <a:cs typeface="Arial" pitchFamily="34" charset="-120"/>
              </a:rPr>
              <a:t>JSON complexity</a:t>
            </a:r>
            <a:endParaRPr lang="en-US" sz="1300" dirty="0"/>
          </a:p>
        </p:txBody>
      </p:sp>
      <p:sp>
        <p:nvSpPr>
          <p:cNvPr id="8" name="Text 5"/>
          <p:cNvSpPr/>
          <p:nvPr/>
        </p:nvSpPr>
        <p:spPr>
          <a:xfrm>
            <a:off x="640080" y="1965960"/>
            <a:ext cx="2286000" cy="694944"/>
          </a:xfrm>
          <a:prstGeom prst="rect">
            <a:avLst/>
          </a:prstGeom>
          <a:noFill/>
          <a:ln/>
        </p:spPr>
        <p:txBody>
          <a:bodyPr wrap="square" lIns="0" tIns="0" rIns="0" bIns="0" rtlCol="0" anchor="ctr"/>
          <a:lstStyle/>
          <a:p>
            <a:pPr indent="0" marL="0">
              <a:buNone/>
            </a:pPr>
            <a:r>
              <a:rPr lang="en-US" sz="1050" dirty="0">
                <a:solidFill>
                  <a:srgbClr val="575756"/>
                </a:solidFill>
                <a:latin typeface="Arial" pitchFamily="34" charset="0"/>
                <a:ea typeface="Arial" pitchFamily="34" charset="-122"/>
                <a:cs typeface="Arial" pitchFamily="34" charset="-120"/>
              </a:rPr>
              <a:t>Deeply nested, ID-referenced metadata is intimidating to author by hand</a:t>
            </a:r>
            <a:endParaRPr lang="en-US" sz="1050" dirty="0"/>
          </a:p>
        </p:txBody>
      </p:sp>
      <p:sp>
        <p:nvSpPr>
          <p:cNvPr id="9" name="Shape 6"/>
          <p:cNvSpPr/>
          <p:nvPr/>
        </p:nvSpPr>
        <p:spPr>
          <a:xfrm>
            <a:off x="3246120" y="1325880"/>
            <a:ext cx="2651760" cy="1389888"/>
          </a:xfrm>
          <a:prstGeom prst="roundRect">
            <a:avLst>
              <a:gd name="adj" fmla="val 5263"/>
            </a:avLst>
          </a:prstGeom>
          <a:solidFill>
            <a:srgbClr val="F4F1F8"/>
          </a:solidFill>
          <a:ln/>
        </p:spPr>
      </p:sp>
      <p:sp>
        <p:nvSpPr>
          <p:cNvPr id="10" name="Shape 7"/>
          <p:cNvSpPr/>
          <p:nvPr/>
        </p:nvSpPr>
        <p:spPr>
          <a:xfrm>
            <a:off x="3410712" y="1481328"/>
            <a:ext cx="384048" cy="384048"/>
          </a:xfrm>
          <a:prstGeom prst="ellipse">
            <a:avLst/>
          </a:prstGeom>
          <a:solidFill>
            <a:srgbClr val="FFFFFF"/>
          </a:solidFill>
          <a:ln/>
        </p:spPr>
      </p:sp>
      <p:pic>
        <p:nvPicPr>
          <p:cNvPr id="11" name="Image 1" descr="preencoded.png">    </p:cNvPr>
          <p:cNvPicPr>
            <a:picLocks noChangeAspect="1"/>
          </p:cNvPicPr>
          <p:nvPr/>
        </p:nvPicPr>
        <p:blipFill>
          <a:blip r:embed="rId2"/>
          <a:stretch>
            <a:fillRect/>
          </a:stretch>
        </p:blipFill>
        <p:spPr>
          <a:xfrm>
            <a:off x="3493008" y="1563624"/>
            <a:ext cx="219456" cy="219456"/>
          </a:xfrm>
          <a:prstGeom prst="rect">
            <a:avLst/>
          </a:prstGeom>
        </p:spPr>
      </p:pic>
      <p:sp>
        <p:nvSpPr>
          <p:cNvPr id="12" name="Text 8"/>
          <p:cNvSpPr/>
          <p:nvPr/>
        </p:nvSpPr>
        <p:spPr>
          <a:xfrm>
            <a:off x="3904488" y="1444752"/>
            <a:ext cx="1874520" cy="502920"/>
          </a:xfrm>
          <a:prstGeom prst="rect">
            <a:avLst/>
          </a:prstGeom>
          <a:noFill/>
          <a:ln/>
        </p:spPr>
        <p:txBody>
          <a:bodyPr wrap="square" lIns="0" tIns="0" rIns="0" bIns="0" rtlCol="0" anchor="ctr"/>
          <a:lstStyle/>
          <a:p>
            <a:pPr indent="0" marL="0">
              <a:buNone/>
            </a:pPr>
            <a:r>
              <a:rPr lang="en-US" sz="1300" b="1" dirty="0">
                <a:solidFill>
                  <a:srgbClr val="004750"/>
                </a:solidFill>
                <a:latin typeface="Arial" pitchFamily="34" charset="0"/>
                <a:ea typeface="Arial" pitchFamily="34" charset="-122"/>
                <a:cs typeface="Arial" pitchFamily="34" charset="-120"/>
              </a:rPr>
              <a:t>Limited familiarity</a:t>
            </a:r>
            <a:endParaRPr lang="en-US" sz="1300" dirty="0"/>
          </a:p>
        </p:txBody>
      </p:sp>
      <p:sp>
        <p:nvSpPr>
          <p:cNvPr id="13" name="Text 9"/>
          <p:cNvSpPr/>
          <p:nvPr/>
        </p:nvSpPr>
        <p:spPr>
          <a:xfrm>
            <a:off x="3429000" y="1965960"/>
            <a:ext cx="2286000" cy="694944"/>
          </a:xfrm>
          <a:prstGeom prst="rect">
            <a:avLst/>
          </a:prstGeom>
          <a:noFill/>
          <a:ln/>
        </p:spPr>
        <p:txBody>
          <a:bodyPr wrap="square" lIns="0" tIns="0" rIns="0" bIns="0" rtlCol="0" anchor="ctr"/>
          <a:lstStyle/>
          <a:p>
            <a:pPr indent="0" marL="0">
              <a:buNone/>
            </a:pPr>
            <a:r>
              <a:rPr lang="en-US" sz="1050" dirty="0">
                <a:solidFill>
                  <a:srgbClr val="575756"/>
                </a:solidFill>
                <a:latin typeface="Arial" pitchFamily="34" charset="0"/>
                <a:ea typeface="Arial" pitchFamily="34" charset="-122"/>
                <a:cs typeface="Arial" pitchFamily="34" charset="-120"/>
              </a:rPr>
              <a:t>ARS v1.0 is young; few teams have hands-on experience yet</a:t>
            </a:r>
            <a:endParaRPr lang="en-US" sz="1050" dirty="0"/>
          </a:p>
        </p:txBody>
      </p:sp>
      <p:sp>
        <p:nvSpPr>
          <p:cNvPr id="14" name="Shape 10"/>
          <p:cNvSpPr/>
          <p:nvPr/>
        </p:nvSpPr>
        <p:spPr>
          <a:xfrm>
            <a:off x="6035040" y="1325880"/>
            <a:ext cx="2651760" cy="1389888"/>
          </a:xfrm>
          <a:prstGeom prst="roundRect">
            <a:avLst>
              <a:gd name="adj" fmla="val 5263"/>
            </a:avLst>
          </a:prstGeom>
          <a:solidFill>
            <a:srgbClr val="F4F1F8"/>
          </a:solidFill>
          <a:ln/>
        </p:spPr>
      </p:sp>
      <p:sp>
        <p:nvSpPr>
          <p:cNvPr id="15" name="Shape 11"/>
          <p:cNvSpPr/>
          <p:nvPr/>
        </p:nvSpPr>
        <p:spPr>
          <a:xfrm>
            <a:off x="6199632" y="1481328"/>
            <a:ext cx="384048" cy="384048"/>
          </a:xfrm>
          <a:prstGeom prst="ellipse">
            <a:avLst/>
          </a:prstGeom>
          <a:solidFill>
            <a:srgbClr val="FFFFFF"/>
          </a:solidFill>
          <a:ln/>
        </p:spPr>
      </p:sp>
      <p:pic>
        <p:nvPicPr>
          <p:cNvPr id="16" name="Image 2" descr="preencoded.png">    </p:cNvPr>
          <p:cNvPicPr>
            <a:picLocks noChangeAspect="1"/>
          </p:cNvPicPr>
          <p:nvPr/>
        </p:nvPicPr>
        <p:blipFill>
          <a:blip r:embed="rId3"/>
          <a:stretch>
            <a:fillRect/>
          </a:stretch>
        </p:blipFill>
        <p:spPr>
          <a:xfrm>
            <a:off x="6281928" y="1563624"/>
            <a:ext cx="219456" cy="219456"/>
          </a:xfrm>
          <a:prstGeom prst="rect">
            <a:avLst/>
          </a:prstGeom>
        </p:spPr>
      </p:pic>
      <p:sp>
        <p:nvSpPr>
          <p:cNvPr id="17" name="Text 12"/>
          <p:cNvSpPr/>
          <p:nvPr/>
        </p:nvSpPr>
        <p:spPr>
          <a:xfrm>
            <a:off x="6693408" y="1444752"/>
            <a:ext cx="1874520" cy="502920"/>
          </a:xfrm>
          <a:prstGeom prst="rect">
            <a:avLst/>
          </a:prstGeom>
          <a:noFill/>
          <a:ln/>
        </p:spPr>
        <p:txBody>
          <a:bodyPr wrap="square" lIns="0" tIns="0" rIns="0" bIns="0" rtlCol="0" anchor="ctr"/>
          <a:lstStyle/>
          <a:p>
            <a:pPr indent="0" marL="0">
              <a:buNone/>
            </a:pPr>
            <a:r>
              <a:rPr lang="en-US" sz="1300" b="1" dirty="0">
                <a:solidFill>
                  <a:srgbClr val="004750"/>
                </a:solidFill>
                <a:latin typeface="Arial" pitchFamily="34" charset="0"/>
                <a:ea typeface="Arial" pitchFamily="34" charset="-122"/>
                <a:cs typeface="Arial" pitchFamily="34" charset="-120"/>
              </a:rPr>
              <a:t>Spec translation</a:t>
            </a:r>
            <a:endParaRPr lang="en-US" sz="1300" dirty="0"/>
          </a:p>
        </p:txBody>
      </p:sp>
      <p:sp>
        <p:nvSpPr>
          <p:cNvPr id="18" name="Text 13"/>
          <p:cNvSpPr/>
          <p:nvPr/>
        </p:nvSpPr>
        <p:spPr>
          <a:xfrm>
            <a:off x="6217920" y="1965960"/>
            <a:ext cx="2286000" cy="694944"/>
          </a:xfrm>
          <a:prstGeom prst="rect">
            <a:avLst/>
          </a:prstGeom>
          <a:noFill/>
          <a:ln/>
        </p:spPr>
        <p:txBody>
          <a:bodyPr wrap="square" lIns="0" tIns="0" rIns="0" bIns="0" rtlCol="0" anchor="ctr"/>
          <a:lstStyle/>
          <a:p>
            <a:pPr indent="0" marL="0">
              <a:buNone/>
            </a:pPr>
            <a:r>
              <a:rPr lang="en-US" sz="1050" dirty="0">
                <a:solidFill>
                  <a:srgbClr val="575756"/>
                </a:solidFill>
                <a:latin typeface="Arial" pitchFamily="34" charset="0"/>
                <a:ea typeface="Arial" pitchFamily="34" charset="-122"/>
                <a:cs typeface="Arial" pitchFamily="34" charset="-120"/>
              </a:rPr>
              <a:t>Existing SAPs and shells don't convert themselves into structured metadata</a:t>
            </a:r>
            <a:endParaRPr lang="en-US" sz="1050" dirty="0"/>
          </a:p>
        </p:txBody>
      </p:sp>
      <p:sp>
        <p:nvSpPr>
          <p:cNvPr id="19" name="Shape 14"/>
          <p:cNvSpPr/>
          <p:nvPr/>
        </p:nvSpPr>
        <p:spPr>
          <a:xfrm>
            <a:off x="457200" y="2916936"/>
            <a:ext cx="2651760" cy="1389888"/>
          </a:xfrm>
          <a:prstGeom prst="roundRect">
            <a:avLst>
              <a:gd name="adj" fmla="val 5263"/>
            </a:avLst>
          </a:prstGeom>
          <a:solidFill>
            <a:srgbClr val="F4F1F8"/>
          </a:solidFill>
          <a:ln/>
        </p:spPr>
      </p:sp>
      <p:sp>
        <p:nvSpPr>
          <p:cNvPr id="20" name="Shape 15"/>
          <p:cNvSpPr/>
          <p:nvPr/>
        </p:nvSpPr>
        <p:spPr>
          <a:xfrm>
            <a:off x="621792" y="3072384"/>
            <a:ext cx="384048" cy="384048"/>
          </a:xfrm>
          <a:prstGeom prst="ellipse">
            <a:avLst/>
          </a:prstGeom>
          <a:solidFill>
            <a:srgbClr val="FFFFFF"/>
          </a:solidFill>
          <a:ln/>
        </p:spPr>
      </p:sp>
      <p:pic>
        <p:nvPicPr>
          <p:cNvPr id="21" name="Image 3" descr="preencoded.png">    </p:cNvPr>
          <p:cNvPicPr>
            <a:picLocks noChangeAspect="1"/>
          </p:cNvPicPr>
          <p:nvPr/>
        </p:nvPicPr>
        <p:blipFill>
          <a:blip r:embed="rId4"/>
          <a:stretch>
            <a:fillRect/>
          </a:stretch>
        </p:blipFill>
        <p:spPr>
          <a:xfrm>
            <a:off x="704088" y="3154680"/>
            <a:ext cx="219456" cy="219456"/>
          </a:xfrm>
          <a:prstGeom prst="rect">
            <a:avLst/>
          </a:prstGeom>
        </p:spPr>
      </p:pic>
      <p:sp>
        <p:nvSpPr>
          <p:cNvPr id="22" name="Text 16"/>
          <p:cNvSpPr/>
          <p:nvPr/>
        </p:nvSpPr>
        <p:spPr>
          <a:xfrm>
            <a:off x="1115568" y="3035808"/>
            <a:ext cx="1874520" cy="502920"/>
          </a:xfrm>
          <a:prstGeom prst="rect">
            <a:avLst/>
          </a:prstGeom>
          <a:noFill/>
          <a:ln/>
        </p:spPr>
        <p:txBody>
          <a:bodyPr wrap="square" lIns="0" tIns="0" rIns="0" bIns="0" rtlCol="0" anchor="ctr"/>
          <a:lstStyle/>
          <a:p>
            <a:pPr indent="0" marL="0">
              <a:buNone/>
            </a:pPr>
            <a:r>
              <a:rPr lang="en-US" sz="1300" b="1" dirty="0">
                <a:solidFill>
                  <a:srgbClr val="004750"/>
                </a:solidFill>
                <a:latin typeface="Arial" pitchFamily="34" charset="0"/>
                <a:ea typeface="Arial" pitchFamily="34" charset="-122"/>
                <a:cs typeface="Arial" pitchFamily="34" charset="-120"/>
              </a:rPr>
              <a:t>Perceived upfront effort</a:t>
            </a:r>
            <a:endParaRPr lang="en-US" sz="1300" dirty="0"/>
          </a:p>
        </p:txBody>
      </p:sp>
      <p:sp>
        <p:nvSpPr>
          <p:cNvPr id="23" name="Text 17"/>
          <p:cNvSpPr/>
          <p:nvPr/>
        </p:nvSpPr>
        <p:spPr>
          <a:xfrm>
            <a:off x="640080" y="3557016"/>
            <a:ext cx="2286000" cy="694944"/>
          </a:xfrm>
          <a:prstGeom prst="rect">
            <a:avLst/>
          </a:prstGeom>
          <a:noFill/>
          <a:ln/>
        </p:spPr>
        <p:txBody>
          <a:bodyPr wrap="square" lIns="0" tIns="0" rIns="0" bIns="0" rtlCol="0" anchor="ctr"/>
          <a:lstStyle/>
          <a:p>
            <a:pPr indent="0" marL="0">
              <a:buNone/>
            </a:pPr>
            <a:r>
              <a:rPr lang="en-US" sz="1050" dirty="0">
                <a:solidFill>
                  <a:srgbClr val="575756"/>
                </a:solidFill>
                <a:latin typeface="Arial" pitchFamily="34" charset="0"/>
                <a:ea typeface="Arial" pitchFamily="34" charset="-122"/>
                <a:cs typeface="Arial" pitchFamily="34" charset="-120"/>
              </a:rPr>
              <a:t>The first study costs more before the reuse dividend arrives</a:t>
            </a:r>
            <a:endParaRPr lang="en-US" sz="1050" dirty="0"/>
          </a:p>
        </p:txBody>
      </p:sp>
      <p:sp>
        <p:nvSpPr>
          <p:cNvPr id="24" name="Shape 18"/>
          <p:cNvSpPr/>
          <p:nvPr/>
        </p:nvSpPr>
        <p:spPr>
          <a:xfrm>
            <a:off x="3246120" y="2916936"/>
            <a:ext cx="2651760" cy="1389888"/>
          </a:xfrm>
          <a:prstGeom prst="roundRect">
            <a:avLst>
              <a:gd name="adj" fmla="val 5263"/>
            </a:avLst>
          </a:prstGeom>
          <a:solidFill>
            <a:srgbClr val="F4F1F8"/>
          </a:solidFill>
          <a:ln/>
        </p:spPr>
      </p:sp>
      <p:sp>
        <p:nvSpPr>
          <p:cNvPr id="25" name="Shape 19"/>
          <p:cNvSpPr/>
          <p:nvPr/>
        </p:nvSpPr>
        <p:spPr>
          <a:xfrm>
            <a:off x="3410712" y="3072384"/>
            <a:ext cx="384048" cy="384048"/>
          </a:xfrm>
          <a:prstGeom prst="ellipse">
            <a:avLst/>
          </a:prstGeom>
          <a:solidFill>
            <a:srgbClr val="FFFFFF"/>
          </a:solidFill>
          <a:ln/>
        </p:spPr>
      </p:sp>
      <p:pic>
        <p:nvPicPr>
          <p:cNvPr id="26" name="Image 4" descr="preencoded.png">    </p:cNvPr>
          <p:cNvPicPr>
            <a:picLocks noChangeAspect="1"/>
          </p:cNvPicPr>
          <p:nvPr/>
        </p:nvPicPr>
        <p:blipFill>
          <a:blip r:embed="rId5"/>
          <a:stretch>
            <a:fillRect/>
          </a:stretch>
        </p:blipFill>
        <p:spPr>
          <a:xfrm>
            <a:off x="3493008" y="3154680"/>
            <a:ext cx="219456" cy="219456"/>
          </a:xfrm>
          <a:prstGeom prst="rect">
            <a:avLst/>
          </a:prstGeom>
        </p:spPr>
      </p:pic>
      <p:sp>
        <p:nvSpPr>
          <p:cNvPr id="27" name="Text 20"/>
          <p:cNvSpPr/>
          <p:nvPr/>
        </p:nvSpPr>
        <p:spPr>
          <a:xfrm>
            <a:off x="3904488" y="3035808"/>
            <a:ext cx="1874520" cy="502920"/>
          </a:xfrm>
          <a:prstGeom prst="rect">
            <a:avLst/>
          </a:prstGeom>
          <a:noFill/>
          <a:ln/>
        </p:spPr>
        <p:txBody>
          <a:bodyPr wrap="square" lIns="0" tIns="0" rIns="0" bIns="0" rtlCol="0" anchor="ctr"/>
          <a:lstStyle/>
          <a:p>
            <a:pPr indent="0" marL="0">
              <a:buNone/>
            </a:pPr>
            <a:r>
              <a:rPr lang="en-US" sz="1300" b="1" dirty="0">
                <a:solidFill>
                  <a:srgbClr val="004750"/>
                </a:solidFill>
                <a:latin typeface="Arial" pitchFamily="34" charset="0"/>
                <a:ea typeface="Arial" pitchFamily="34" charset="-122"/>
                <a:cs typeface="Arial" pitchFamily="34" charset="-120"/>
              </a:rPr>
              <a:t>Immature authoring tools</a:t>
            </a:r>
            <a:endParaRPr lang="en-US" sz="1300" dirty="0"/>
          </a:p>
        </p:txBody>
      </p:sp>
      <p:sp>
        <p:nvSpPr>
          <p:cNvPr id="28" name="Text 21"/>
          <p:cNvSpPr/>
          <p:nvPr/>
        </p:nvSpPr>
        <p:spPr>
          <a:xfrm>
            <a:off x="3429000" y="3557016"/>
            <a:ext cx="2286000" cy="694944"/>
          </a:xfrm>
          <a:prstGeom prst="rect">
            <a:avLst/>
          </a:prstGeom>
          <a:noFill/>
          <a:ln/>
        </p:spPr>
        <p:txBody>
          <a:bodyPr wrap="square" lIns="0" tIns="0" rIns="0" bIns="0" rtlCol="0" anchor="ctr"/>
          <a:lstStyle/>
          <a:p>
            <a:pPr indent="0" marL="0">
              <a:buNone/>
            </a:pPr>
            <a:r>
              <a:rPr lang="en-US" sz="1050" dirty="0">
                <a:solidFill>
                  <a:srgbClr val="575756"/>
                </a:solidFill>
                <a:latin typeface="Arial" pitchFamily="34" charset="0"/>
                <a:ea typeface="Arial" pitchFamily="34" charset="-122"/>
                <a:cs typeface="Arial" pitchFamily="34" charset="-120"/>
              </a:rPr>
              <a:t>No widely adopted editor for building and reviewing ARS metadata</a:t>
            </a:r>
            <a:endParaRPr lang="en-US" sz="1050" dirty="0"/>
          </a:p>
        </p:txBody>
      </p:sp>
      <p:sp>
        <p:nvSpPr>
          <p:cNvPr id="29" name="Shape 22"/>
          <p:cNvSpPr/>
          <p:nvPr/>
        </p:nvSpPr>
        <p:spPr>
          <a:xfrm>
            <a:off x="6035040" y="2916936"/>
            <a:ext cx="2651760" cy="1389888"/>
          </a:xfrm>
          <a:prstGeom prst="roundRect">
            <a:avLst>
              <a:gd name="adj" fmla="val 5263"/>
            </a:avLst>
          </a:prstGeom>
          <a:solidFill>
            <a:srgbClr val="F4F1F8"/>
          </a:solidFill>
          <a:ln/>
        </p:spPr>
      </p:sp>
      <p:sp>
        <p:nvSpPr>
          <p:cNvPr id="30" name="Shape 23"/>
          <p:cNvSpPr/>
          <p:nvPr/>
        </p:nvSpPr>
        <p:spPr>
          <a:xfrm>
            <a:off x="6199632" y="3072384"/>
            <a:ext cx="384048" cy="384048"/>
          </a:xfrm>
          <a:prstGeom prst="ellipse">
            <a:avLst/>
          </a:prstGeom>
          <a:solidFill>
            <a:srgbClr val="FFFFFF"/>
          </a:solidFill>
          <a:ln/>
        </p:spPr>
      </p:sp>
      <p:pic>
        <p:nvPicPr>
          <p:cNvPr id="31" name="Image 5" descr="preencoded.png">    </p:cNvPr>
          <p:cNvPicPr>
            <a:picLocks noChangeAspect="1"/>
          </p:cNvPicPr>
          <p:nvPr/>
        </p:nvPicPr>
        <p:blipFill>
          <a:blip r:embed="rId6"/>
          <a:stretch>
            <a:fillRect/>
          </a:stretch>
        </p:blipFill>
        <p:spPr>
          <a:xfrm>
            <a:off x="6281928" y="3154680"/>
            <a:ext cx="219456" cy="219456"/>
          </a:xfrm>
          <a:prstGeom prst="rect">
            <a:avLst/>
          </a:prstGeom>
        </p:spPr>
      </p:pic>
      <p:sp>
        <p:nvSpPr>
          <p:cNvPr id="32" name="Text 24"/>
          <p:cNvSpPr/>
          <p:nvPr/>
        </p:nvSpPr>
        <p:spPr>
          <a:xfrm>
            <a:off x="6693408" y="3035808"/>
            <a:ext cx="1874520" cy="502920"/>
          </a:xfrm>
          <a:prstGeom prst="rect">
            <a:avLst/>
          </a:prstGeom>
          <a:noFill/>
          <a:ln/>
        </p:spPr>
        <p:txBody>
          <a:bodyPr wrap="square" lIns="0" tIns="0" rIns="0" bIns="0" rtlCol="0" anchor="ctr"/>
          <a:lstStyle/>
          <a:p>
            <a:pPr indent="0" marL="0">
              <a:buNone/>
            </a:pPr>
            <a:r>
              <a:rPr lang="en-US" sz="1300" b="1" dirty="0">
                <a:solidFill>
                  <a:srgbClr val="004750"/>
                </a:solidFill>
                <a:latin typeface="Arial" pitchFamily="34" charset="0"/>
                <a:ea typeface="Arial" pitchFamily="34" charset="-122"/>
                <a:cs typeface="Arial" pitchFamily="34" charset="-120"/>
              </a:rPr>
              <a:t>Cross-functional lift</a:t>
            </a:r>
            <a:endParaRPr lang="en-US" sz="1300" dirty="0"/>
          </a:p>
        </p:txBody>
      </p:sp>
      <p:sp>
        <p:nvSpPr>
          <p:cNvPr id="33" name="Text 25"/>
          <p:cNvSpPr/>
          <p:nvPr/>
        </p:nvSpPr>
        <p:spPr>
          <a:xfrm>
            <a:off x="6217920" y="3557016"/>
            <a:ext cx="2286000" cy="694944"/>
          </a:xfrm>
          <a:prstGeom prst="rect">
            <a:avLst/>
          </a:prstGeom>
          <a:noFill/>
          <a:ln/>
        </p:spPr>
        <p:txBody>
          <a:bodyPr wrap="square" lIns="0" tIns="0" rIns="0" bIns="0" rtlCol="0" anchor="ctr"/>
          <a:lstStyle/>
          <a:p>
            <a:pPr indent="0" marL="0">
              <a:buNone/>
            </a:pPr>
            <a:r>
              <a:rPr lang="en-US" sz="1050" dirty="0">
                <a:solidFill>
                  <a:srgbClr val="575756"/>
                </a:solidFill>
                <a:latin typeface="Arial" pitchFamily="34" charset="0"/>
                <a:ea typeface="Arial" pitchFamily="34" charset="-122"/>
                <a:cs typeface="Arial" pitchFamily="34" charset="-120"/>
              </a:rPr>
              <a:t>Statisticians, programmers, standards and reporting teams must align</a:t>
            </a:r>
            <a:endParaRPr lang="en-US" sz="1050" dirty="0"/>
          </a:p>
        </p:txBody>
      </p:sp>
      <p:sp>
        <p:nvSpPr>
          <p:cNvPr id="34" name="Text 26"/>
          <p:cNvSpPr/>
          <p:nvPr/>
        </p:nvSpPr>
        <p:spPr>
          <a:xfrm>
            <a:off x="457200" y="4572000"/>
            <a:ext cx="8229600" cy="320040"/>
          </a:xfrm>
          <a:prstGeom prst="rect">
            <a:avLst/>
          </a:prstGeom>
          <a:noFill/>
          <a:ln/>
        </p:spPr>
        <p:txBody>
          <a:bodyPr wrap="square" lIns="0" tIns="0" rIns="0" bIns="0" rtlCol="0" anchor="ctr"/>
          <a:lstStyle/>
          <a:p>
            <a:pPr algn="ctr" indent="0" marL="0">
              <a:buNone/>
            </a:pPr>
            <a:r>
              <a:rPr lang="en-US" sz="1250" b="1" i="1" dirty="0">
                <a:solidFill>
                  <a:srgbClr val="632B86"/>
                </a:solidFill>
                <a:latin typeface="Arial" pitchFamily="34" charset="0"/>
                <a:ea typeface="Arial" pitchFamily="34" charset="-122"/>
                <a:cs typeface="Arial" pitchFamily="34" charset="-120"/>
              </a:rPr>
              <a:t>None of these are reasons to wait — they are requirements for the tooling we build next.</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900" name="BrandBar"/>
          <p:cNvSpPr/>
          <p:nvPr/>
        </p:nvSpPr>
        <p:spPr>
          <a:xfrm>
            <a:off x="0" y="0"/>
            <a:ext cx="9144000" cy="777240"/>
          </a:xfrm>
          <a:prstGeom prst="rect">
            <a:avLst/>
          </a:prstGeom>
          <a:solidFill>
            <a:srgbClr val="128474"/>
          </a:solidFill>
          <a:ln>
            <a:noFill/>
          </a:ln>
        </p:spPr>
        <p:txBody>
          <a:bodyPr/>
          <a:lstStyle/>
          <a:p/>
        </p:txBody>
      </p:sp>
      <p:sp>
        <p:nvSpPr>
          <p:cNvPr id="901" name="BrandAccent"/>
          <p:cNvSpPr/>
          <p:nvPr/>
        </p:nvSpPr>
        <p:spPr>
          <a:xfrm>
            <a:off x="0" y="777240"/>
            <a:ext cx="9144000" cy="36576"/>
          </a:xfrm>
          <a:prstGeom prst="rect">
            <a:avLst/>
          </a:prstGeom>
          <a:solidFill>
            <a:srgbClr val="94D60A"/>
          </a:solidFill>
          <a:ln>
            <a:noFill/>
          </a:ln>
        </p:spPr>
        <p:txBody>
          <a:bodyPr/>
          <a:lstStyle/>
          <a:p/>
        </p:txBody>
      </p:sp>
      <p:sp>
        <p:nvSpPr>
          <p:cNvPr id="2" name="Text 0"/>
          <p:cNvSpPr/>
          <p:nvPr/>
        </p:nvSpPr>
        <p:spPr>
          <a:xfrm>
            <a:off x="457200" y="82296"/>
            <a:ext cx="8229600" cy="274320"/>
          </a:xfrm>
          <a:prstGeom prst="rect">
            <a:avLst/>
          </a:prstGeom>
          <a:noFill/>
          <a:ln/>
        </p:spPr>
        <p:txBody>
          <a:bodyPr wrap="square" lIns="0" tIns="0" rIns="0" bIns="0" rtlCol="0" anchor="ctr"/>
          <a:lstStyle/>
          <a:p>
            <a:pPr indent="0" marL="0">
              <a:buNone/>
            </a:pPr>
            <a:r>
              <a:rPr sz="1100" lang="en-US" b="1" spc="300" kern="0" dirty="0">
                <a:solidFill>
                  <a:srgbClr val="FFFFFF"/>
                </a:solidFill>
                <a:latin typeface="Arial" pitchFamily="34" charset="0"/>
                <a:ea typeface="Arial" pitchFamily="34" charset="-122"/>
                <a:cs typeface="Arial" pitchFamily="34" charset="-120"/>
              </a:rPr>
              <a:t>THE CRUX</a:t>
            </a:r>
            <a:endParaRPr sz="1100" lang="en-US" dirty="0"/>
          </a:p>
        </p:txBody>
      </p:sp>
      <p:sp>
        <p:nvSpPr>
          <p:cNvPr id="3" name="Text 1"/>
          <p:cNvSpPr/>
          <p:nvPr/>
        </p:nvSpPr>
        <p:spPr>
          <a:xfrm>
            <a:off x="457200" y="297180"/>
            <a:ext cx="8412480" cy="566928"/>
          </a:xfrm>
          <a:prstGeom prst="rect">
            <a:avLst/>
          </a:prstGeom>
          <a:noFill/>
          <a:ln/>
        </p:spPr>
        <p:txBody>
          <a:bodyPr wrap="square" lIns="0" tIns="0" rIns="0" bIns="0" rtlCol="0" anchor="ctr"/>
          <a:lstStyle/>
          <a:p>
            <a:pPr indent="0" marL="0">
              <a:buNone/>
            </a:pPr>
            <a:r>
              <a:rPr sz="2400" lang="en-US" b="1" dirty="0">
                <a:solidFill>
                  <a:srgbClr val="FFFFFF"/>
                </a:solidFill>
                <a:latin typeface="Arial" pitchFamily="34" charset="0"/>
                <a:ea typeface="Arial" pitchFamily="34" charset="-122"/>
                <a:cs typeface="Arial" pitchFamily="34" charset="-120"/>
              </a:rPr>
              <a:t>The Key Gap: Annotated Shell → ARS JSON</a:t>
            </a:r>
            <a:endParaRPr sz="2400" lang="en-US" dirty="0"/>
          </a:p>
        </p:txBody>
      </p:sp>
      <p:sp>
        <p:nvSpPr>
          <p:cNvPr id="4" name="Shape 2"/>
          <p:cNvSpPr/>
          <p:nvPr/>
        </p:nvSpPr>
        <p:spPr>
          <a:xfrm>
            <a:off x="457200" y="1371600"/>
            <a:ext cx="3611880" cy="2651760"/>
          </a:xfrm>
          <a:prstGeom prst="roundRect">
            <a:avLst>
              <a:gd name="adj" fmla="val 3103"/>
            </a:avLst>
          </a:prstGeom>
          <a:solidFill>
            <a:srgbClr val="ECE4F3"/>
          </a:solidFill>
          <a:ln/>
          <a:effectLst>
            <a:outerShdw sx="100000" sy="100000" kx="0" ky="0" algn="bl" rotWithShape="0" blurRad="88900" dist="25400" dir="2700000">
              <a:srgbClr val="000000">
                <a:alpha val="14000"/>
              </a:srgbClr>
            </a:outerShdw>
          </a:effectLst>
        </p:spPr>
      </p:sp>
      <p:pic>
        <p:nvPicPr>
          <p:cNvPr id="5" name="Image 0" descr="preencoded.png">    </p:cNvPr>
          <p:cNvPicPr>
            <a:picLocks noChangeAspect="1"/>
          </p:cNvPicPr>
          <p:nvPr/>
        </p:nvPicPr>
        <p:blipFill>
          <a:blip r:embed="rId1"/>
          <a:stretch>
            <a:fillRect/>
          </a:stretch>
        </p:blipFill>
        <p:spPr>
          <a:xfrm>
            <a:off x="713232" y="1572768"/>
            <a:ext cx="310896" cy="310896"/>
          </a:xfrm>
          <a:prstGeom prst="rect">
            <a:avLst/>
          </a:prstGeom>
        </p:spPr>
      </p:pic>
      <p:sp>
        <p:nvSpPr>
          <p:cNvPr id="6" name="Text 3"/>
          <p:cNvSpPr/>
          <p:nvPr/>
        </p:nvSpPr>
        <p:spPr>
          <a:xfrm>
            <a:off x="1152144" y="1554480"/>
            <a:ext cx="2651760" cy="347472"/>
          </a:xfrm>
          <a:prstGeom prst="rect">
            <a:avLst/>
          </a:prstGeom>
          <a:noFill/>
          <a:ln/>
        </p:spPr>
        <p:txBody>
          <a:bodyPr wrap="square" lIns="0" tIns="0" rIns="0" bIns="0" rtlCol="0" anchor="ctr"/>
          <a:lstStyle/>
          <a:p>
            <a:pPr indent="0" marL="0">
              <a:buNone/>
            </a:pPr>
            <a:r>
              <a:rPr lang="en-US" sz="1600" b="1" dirty="0">
                <a:solidFill>
                  <a:srgbClr val="632B86"/>
                </a:solidFill>
                <a:latin typeface="Arial" pitchFamily="34" charset="0"/>
                <a:ea typeface="Arial" pitchFamily="34" charset="-122"/>
                <a:cs typeface="Arial" pitchFamily="34" charset="-120"/>
              </a:rPr>
              <a:t>Annotated Shell</a:t>
            </a:r>
            <a:endParaRPr lang="en-US" sz="1600" dirty="0"/>
          </a:p>
        </p:txBody>
      </p:sp>
      <p:sp>
        <p:nvSpPr>
          <p:cNvPr id="7" name="Text 4"/>
          <p:cNvSpPr/>
          <p:nvPr/>
        </p:nvSpPr>
        <p:spPr>
          <a:xfrm>
            <a:off x="749808" y="2084832"/>
            <a:ext cx="3108960" cy="1463040"/>
          </a:xfrm>
          <a:prstGeom prst="rect">
            <a:avLst/>
          </a:prstGeom>
          <a:noFill/>
          <a:ln/>
        </p:spPr>
        <p:txBody>
          <a:bodyPr wrap="square" lIns="0" tIns="0" rIns="0" bIns="0" rtlCol="0" anchor="ctr"/>
          <a:lstStyle/>
          <a:p>
            <a:pPr marL="152400" indent="-152400">
              <a:spcAft>
                <a:spcPts val="800"/>
              </a:spcAft>
              <a:buSzPct val="100000"/>
              <a:buChar char="✓"/>
            </a:pPr>
            <a:r>
              <a:rPr lang="en-US" sz="1200" dirty="0">
                <a:solidFill>
                  <a:srgbClr val="575756"/>
                </a:solidFill>
                <a:latin typeface="Arial" pitchFamily="34" charset="0"/>
                <a:ea typeface="Arial" pitchFamily="34" charset="-122"/>
                <a:cs typeface="Arial" pitchFamily="34" charset="-120"/>
              </a:rPr>
              <a:t>Human-readable</a:t>
            </a:r>
            <a:endParaRPr lang="en-US" sz="1200" dirty="0"/>
          </a:p>
          <a:p>
            <a:pPr marL="152400" indent="-152400">
              <a:spcAft>
                <a:spcPts val="800"/>
              </a:spcAft>
              <a:buSzPct val="100000"/>
              <a:buChar char="✓"/>
            </a:pPr>
            <a:r>
              <a:rPr lang="en-US" sz="1200" dirty="0">
                <a:solidFill>
                  <a:srgbClr val="575756"/>
                </a:solidFill>
                <a:latin typeface="Arial" pitchFamily="34" charset="0"/>
                <a:ea typeface="Arial" pitchFamily="34" charset="-122"/>
                <a:cs typeface="Arial" pitchFamily="34" charset="-120"/>
              </a:rPr>
              <a:t>Familiar to every clinical team</a:t>
            </a:r>
            <a:endParaRPr lang="en-US" sz="1200" dirty="0"/>
          </a:p>
          <a:p>
            <a:pPr marL="152400" indent="-152400">
              <a:spcAft>
                <a:spcPts val="800"/>
              </a:spcAft>
              <a:buSzPct val="100000"/>
              <a:buChar char="✓"/>
            </a:pPr>
            <a:r>
              <a:rPr lang="en-US" sz="1200" dirty="0">
                <a:solidFill>
                  <a:srgbClr val="575756"/>
                </a:solidFill>
                <a:latin typeface="Arial" pitchFamily="34" charset="0"/>
                <a:ea typeface="Arial" pitchFamily="34" charset="-122"/>
                <a:cs typeface="Arial" pitchFamily="34" charset="-120"/>
              </a:rPr>
              <a:t>Flexible and quick to draft</a:t>
            </a:r>
            <a:endParaRPr lang="en-US" sz="1200" dirty="0"/>
          </a:p>
          <a:p>
            <a:pPr marL="152400" indent="-152400">
              <a:spcAft>
                <a:spcPts val="800"/>
              </a:spcAft>
              <a:buSzPct val="100000"/>
              <a:buChar char="✓"/>
            </a:pPr>
            <a:r>
              <a:rPr lang="en-US" sz="1200" dirty="0">
                <a:solidFill>
                  <a:srgbClr val="575756"/>
                </a:solidFill>
                <a:latin typeface="Arial" pitchFamily="34" charset="0"/>
                <a:ea typeface="Arial" pitchFamily="34" charset="-122"/>
                <a:cs typeface="Arial" pitchFamily="34" charset="-120"/>
              </a:rPr>
              <a:t>Review-friendly for statisticians</a:t>
            </a:r>
            <a:endParaRPr lang="en-US" sz="1200" dirty="0"/>
          </a:p>
        </p:txBody>
      </p:sp>
      <p:sp>
        <p:nvSpPr>
          <p:cNvPr id="8" name="Text 5"/>
          <p:cNvSpPr/>
          <p:nvPr/>
        </p:nvSpPr>
        <p:spPr>
          <a:xfrm>
            <a:off x="749808" y="3566160"/>
            <a:ext cx="3108960" cy="274320"/>
          </a:xfrm>
          <a:prstGeom prst="rect">
            <a:avLst/>
          </a:prstGeom>
          <a:noFill/>
          <a:ln/>
        </p:spPr>
        <p:txBody>
          <a:bodyPr wrap="square" lIns="0" tIns="0" rIns="0" bIns="0" rtlCol="0" anchor="ctr"/>
          <a:lstStyle/>
          <a:p>
            <a:pPr indent="0" marL="0">
              <a:buNone/>
            </a:pPr>
            <a:r>
              <a:rPr lang="en-US" sz="1150" b="1" i="1" dirty="0">
                <a:solidFill>
                  <a:srgbClr val="632B86"/>
                </a:solidFill>
                <a:latin typeface="Arial" pitchFamily="34" charset="0"/>
                <a:ea typeface="Arial" pitchFamily="34" charset="-122"/>
                <a:cs typeface="Arial" pitchFamily="34" charset="-120"/>
              </a:rPr>
              <a:t>but machines can't execute it</a:t>
            </a:r>
            <a:endParaRPr lang="en-US" sz="1150" dirty="0"/>
          </a:p>
        </p:txBody>
      </p:sp>
      <p:sp>
        <p:nvSpPr>
          <p:cNvPr id="9" name="Shape 6"/>
          <p:cNvSpPr/>
          <p:nvPr/>
        </p:nvSpPr>
        <p:spPr>
          <a:xfrm>
            <a:off x="5074920" y="1371600"/>
            <a:ext cx="3611880" cy="2651760"/>
          </a:xfrm>
          <a:prstGeom prst="roundRect">
            <a:avLst>
              <a:gd name="adj" fmla="val 3103"/>
            </a:avLst>
          </a:prstGeom>
          <a:solidFill>
            <a:srgbClr val="E1F1F8"/>
          </a:solidFill>
          <a:ln/>
          <a:effectLst>
            <a:outerShdw sx="100000" sy="100000" kx="0" ky="0" algn="bl" rotWithShape="0" blurRad="88900" dist="25400" dir="2700000">
              <a:srgbClr val="000000">
                <a:alpha val="14000"/>
              </a:srgbClr>
            </a:outerShdw>
          </a:effectLst>
        </p:spPr>
      </p:sp>
      <p:pic>
        <p:nvPicPr>
          <p:cNvPr id="10" name="Image 1" descr="preencoded.png">    </p:cNvPr>
          <p:cNvPicPr>
            <a:picLocks noChangeAspect="1"/>
          </p:cNvPicPr>
          <p:nvPr/>
        </p:nvPicPr>
        <p:blipFill>
          <a:blip r:embed="rId2"/>
          <a:stretch>
            <a:fillRect/>
          </a:stretch>
        </p:blipFill>
        <p:spPr>
          <a:xfrm>
            <a:off x="5330952" y="1572768"/>
            <a:ext cx="310896" cy="310896"/>
          </a:xfrm>
          <a:prstGeom prst="rect">
            <a:avLst/>
          </a:prstGeom>
        </p:spPr>
      </p:pic>
      <p:sp>
        <p:nvSpPr>
          <p:cNvPr id="11" name="Text 7"/>
          <p:cNvSpPr/>
          <p:nvPr/>
        </p:nvSpPr>
        <p:spPr>
          <a:xfrm>
            <a:off x="5769864" y="1554480"/>
            <a:ext cx="2651760" cy="347472"/>
          </a:xfrm>
          <a:prstGeom prst="rect">
            <a:avLst/>
          </a:prstGeom>
          <a:noFill/>
          <a:ln/>
        </p:spPr>
        <p:txBody>
          <a:bodyPr wrap="square" lIns="0" tIns="0" rIns="0" bIns="0" rtlCol="0" anchor="ctr"/>
          <a:lstStyle/>
          <a:p>
            <a:pPr indent="0" marL="0">
              <a:buNone/>
            </a:pPr>
            <a:r>
              <a:rPr lang="en-US" sz="1600" b="1" dirty="0">
                <a:solidFill>
                  <a:srgbClr val="1790D0"/>
                </a:solidFill>
                <a:latin typeface="Arial" pitchFamily="34" charset="0"/>
                <a:ea typeface="Arial" pitchFamily="34" charset="-122"/>
                <a:cs typeface="Arial" pitchFamily="34" charset="-120"/>
              </a:rPr>
              <a:t>ARS JSON</a:t>
            </a:r>
            <a:endParaRPr lang="en-US" sz="1600" dirty="0"/>
          </a:p>
        </p:txBody>
      </p:sp>
      <p:sp>
        <p:nvSpPr>
          <p:cNvPr id="12" name="Text 8"/>
          <p:cNvSpPr/>
          <p:nvPr/>
        </p:nvSpPr>
        <p:spPr>
          <a:xfrm>
            <a:off x="5367528" y="2084832"/>
            <a:ext cx="3108960" cy="1463040"/>
          </a:xfrm>
          <a:prstGeom prst="rect">
            <a:avLst/>
          </a:prstGeom>
          <a:noFill/>
          <a:ln/>
        </p:spPr>
        <p:txBody>
          <a:bodyPr wrap="square" lIns="0" tIns="0" rIns="0" bIns="0" rtlCol="0" anchor="ctr"/>
          <a:lstStyle/>
          <a:p>
            <a:pPr marL="152400" indent="-152400">
              <a:spcAft>
                <a:spcPts val="800"/>
              </a:spcAft>
              <a:buSzPct val="100000"/>
              <a:buChar char="✓"/>
            </a:pPr>
            <a:r>
              <a:rPr lang="en-US" sz="1200" dirty="0">
                <a:solidFill>
                  <a:srgbClr val="575756"/>
                </a:solidFill>
                <a:latin typeface="Arial" pitchFamily="34" charset="0"/>
                <a:ea typeface="Arial" pitchFamily="34" charset="-122"/>
                <a:cs typeface="Arial" pitchFamily="34" charset="-120"/>
              </a:rPr>
              <a:t>Machine-readable</a:t>
            </a:r>
            <a:endParaRPr lang="en-US" sz="1200" dirty="0"/>
          </a:p>
          <a:p>
            <a:pPr marL="152400" indent="-152400">
              <a:spcAft>
                <a:spcPts val="800"/>
              </a:spcAft>
              <a:buSzPct val="100000"/>
              <a:buChar char="✓"/>
            </a:pPr>
            <a:r>
              <a:rPr lang="en-US" sz="1200" dirty="0">
                <a:solidFill>
                  <a:srgbClr val="575756"/>
                </a:solidFill>
                <a:latin typeface="Arial" pitchFamily="34" charset="0"/>
                <a:ea typeface="Arial" pitchFamily="34" charset="-122"/>
                <a:cs typeface="Arial" pitchFamily="34" charset="-120"/>
              </a:rPr>
              <a:t>Standardized across studies</a:t>
            </a:r>
            <a:endParaRPr lang="en-US" sz="1200" dirty="0"/>
          </a:p>
          <a:p>
            <a:pPr marL="152400" indent="-152400">
              <a:spcAft>
                <a:spcPts val="800"/>
              </a:spcAft>
              <a:buSzPct val="100000"/>
              <a:buChar char="✓"/>
            </a:pPr>
            <a:r>
              <a:rPr lang="en-US" sz="1200" dirty="0">
                <a:solidFill>
                  <a:srgbClr val="575756"/>
                </a:solidFill>
                <a:latin typeface="Arial" pitchFamily="34" charset="0"/>
                <a:ea typeface="Arial" pitchFamily="34" charset="-122"/>
                <a:cs typeface="Arial" pitchFamily="34" charset="-120"/>
              </a:rPr>
              <a:t>Automation- and validation-ready</a:t>
            </a:r>
            <a:endParaRPr lang="en-US" sz="1200" dirty="0"/>
          </a:p>
          <a:p>
            <a:pPr marL="152400" indent="-152400">
              <a:spcAft>
                <a:spcPts val="800"/>
              </a:spcAft>
              <a:buSzPct val="100000"/>
              <a:buChar char="✓"/>
            </a:pPr>
            <a:r>
              <a:rPr lang="en-US" sz="1200" dirty="0">
                <a:solidFill>
                  <a:srgbClr val="575756"/>
                </a:solidFill>
                <a:latin typeface="Arial" pitchFamily="34" charset="0"/>
                <a:ea typeface="Arial" pitchFamily="34" charset="-122"/>
                <a:cs typeface="Arial" pitchFamily="34" charset="-120"/>
              </a:rPr>
              <a:t>Traceable by construction</a:t>
            </a:r>
            <a:endParaRPr lang="en-US" sz="1200" dirty="0"/>
          </a:p>
        </p:txBody>
      </p:sp>
      <p:sp>
        <p:nvSpPr>
          <p:cNvPr id="13" name="Text 9"/>
          <p:cNvSpPr/>
          <p:nvPr/>
        </p:nvSpPr>
        <p:spPr>
          <a:xfrm>
            <a:off x="5367528" y="3566160"/>
            <a:ext cx="3108960" cy="274320"/>
          </a:xfrm>
          <a:prstGeom prst="rect">
            <a:avLst/>
          </a:prstGeom>
          <a:noFill/>
          <a:ln/>
        </p:spPr>
        <p:txBody>
          <a:bodyPr wrap="square" lIns="0" tIns="0" rIns="0" bIns="0" rtlCol="0" anchor="ctr"/>
          <a:lstStyle/>
          <a:p>
            <a:pPr indent="0" marL="0">
              <a:buNone/>
            </a:pPr>
            <a:r>
              <a:rPr lang="en-US" sz="1150" b="1" i="1" dirty="0">
                <a:solidFill>
                  <a:srgbClr val="632B86"/>
                </a:solidFill>
                <a:latin typeface="Arial" pitchFamily="34" charset="0"/>
                <a:ea typeface="Arial" pitchFamily="34" charset="-122"/>
                <a:cs typeface="Arial" pitchFamily="34" charset="-120"/>
              </a:rPr>
              <a:t>but complex to author by hand</a:t>
            </a:r>
            <a:endParaRPr lang="en-US" sz="1150" dirty="0"/>
          </a:p>
        </p:txBody>
      </p:sp>
      <p:sp>
        <p:nvSpPr>
          <p:cNvPr id="14" name="Shape 10"/>
          <p:cNvSpPr/>
          <p:nvPr/>
        </p:nvSpPr>
        <p:spPr>
          <a:xfrm>
            <a:off x="4160520" y="2148840"/>
            <a:ext cx="822960" cy="1097280"/>
          </a:xfrm>
          <a:prstGeom prst="roundRect">
            <a:avLst>
              <a:gd name="adj" fmla="val 10000"/>
            </a:avLst>
          </a:prstGeom>
          <a:solidFill>
            <a:srgbClr val="004750"/>
          </a:solidFill>
          <a:ln/>
        </p:spPr>
      </p:sp>
      <p:sp>
        <p:nvSpPr>
          <p:cNvPr id="15" name="Text 11"/>
          <p:cNvSpPr/>
          <p:nvPr/>
        </p:nvSpPr>
        <p:spPr>
          <a:xfrm>
            <a:off x="4160520" y="2194560"/>
            <a:ext cx="822960" cy="548640"/>
          </a:xfrm>
          <a:prstGeom prst="rect">
            <a:avLst/>
          </a:prstGeom>
          <a:noFill/>
          <a:ln/>
        </p:spPr>
        <p:txBody>
          <a:bodyPr wrap="square" lIns="0" tIns="0" rIns="0" bIns="0" rtlCol="0" anchor="ctr"/>
          <a:lstStyle/>
          <a:p>
            <a:pPr algn="ctr" indent="0" marL="0">
              <a:buNone/>
            </a:pPr>
            <a:r>
              <a:rPr lang="en-US" sz="3000" b="1" dirty="0">
                <a:solidFill>
                  <a:srgbClr val="60C3D6"/>
                </a:solidFill>
                <a:latin typeface="Arial" pitchFamily="34" charset="0"/>
                <a:ea typeface="Arial" pitchFamily="34" charset="-122"/>
                <a:cs typeface="Arial" pitchFamily="34" charset="-120"/>
              </a:rPr>
              <a:t>?</a:t>
            </a:r>
            <a:endParaRPr lang="en-US" sz="3000" dirty="0"/>
          </a:p>
        </p:txBody>
      </p:sp>
      <p:sp>
        <p:nvSpPr>
          <p:cNvPr id="16" name="Text 12"/>
          <p:cNvSpPr/>
          <p:nvPr/>
        </p:nvSpPr>
        <p:spPr>
          <a:xfrm>
            <a:off x="4160520" y="2697480"/>
            <a:ext cx="822960" cy="502920"/>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the</a:t>
            </a:r>
            <a:endParaRPr lang="en-US" sz="1050" dirty="0"/>
          </a:p>
          <a:p>
            <a:pPr algn="ctr" indent="0" marL="0">
              <a:buNone/>
            </a:pPr>
            <a:r>
              <a:rPr lang="en-US" sz="1050" b="1" dirty="0">
                <a:solidFill>
                  <a:srgbClr val="FFFFFF"/>
                </a:solidFill>
                <a:latin typeface="Arial" pitchFamily="34" charset="0"/>
                <a:ea typeface="Arial" pitchFamily="34" charset="-122"/>
                <a:cs typeface="Arial" pitchFamily="34" charset="-120"/>
              </a:rPr>
              <a:t>gap</a:t>
            </a:r>
            <a:endParaRPr lang="en-US" sz="1050" dirty="0"/>
          </a:p>
        </p:txBody>
      </p:sp>
      <p:sp>
        <p:nvSpPr>
          <p:cNvPr id="17" name="Shape 13"/>
          <p:cNvSpPr/>
          <p:nvPr/>
        </p:nvSpPr>
        <p:spPr>
          <a:xfrm>
            <a:off x="457200" y="4206240"/>
            <a:ext cx="8229600" cy="749808"/>
          </a:xfrm>
          <a:prstGeom prst="roundRect">
            <a:avLst>
              <a:gd name="adj" fmla="val 9756"/>
            </a:avLst>
          </a:prstGeom>
          <a:solidFill>
            <a:srgbClr val="F2F3ED"/>
          </a:solidFill>
          <a:ln/>
        </p:spPr>
      </p:sp>
      <p:sp>
        <p:nvSpPr>
          <p:cNvPr id="18" name="Text 14"/>
          <p:cNvSpPr/>
          <p:nvPr/>
        </p:nvSpPr>
        <p:spPr>
          <a:xfrm>
            <a:off x="658368" y="4261104"/>
            <a:ext cx="7863840" cy="640080"/>
          </a:xfrm>
          <a:prstGeom prst="rect">
            <a:avLst/>
          </a:prstGeom>
          <a:noFill/>
          <a:ln/>
        </p:spPr>
        <p:txBody>
          <a:bodyPr wrap="square" lIns="0" tIns="0" rIns="0" bIns="0" rtlCol="0" anchor="ctr"/>
          <a:lstStyle/>
          <a:p>
            <a:pPr indent="0" marL="0">
              <a:buNone/>
            </a:pPr>
            <a:r>
              <a:rPr lang="en-US" sz="1250" b="1" dirty="0">
                <a:solidFill>
                  <a:srgbClr val="004750"/>
                </a:solidFill>
                <a:latin typeface="Arial" pitchFamily="34" charset="0"/>
                <a:ea typeface="Arial" pitchFamily="34" charset="-122"/>
                <a:cs typeface="Arial" pitchFamily="34" charset="-120"/>
              </a:rPr>
              <a:t>Manual translation is time-consuming, error-prone, and does not scale. </a:t>
            </a:r>
            <a:pPr indent="0" marL="0">
              <a:buNone/>
            </a:pPr>
            <a:r>
              <a:rPr lang="en-US" sz="1250" dirty="0">
                <a:solidFill>
                  <a:srgbClr val="575756"/>
                </a:solidFill>
                <a:latin typeface="Arial" pitchFamily="34" charset="0"/>
                <a:ea typeface="Arial" pitchFamily="34" charset="-122"/>
                <a:cs typeface="Arial" pitchFamily="34" charset="-120"/>
              </a:rPr>
              <a:t>The industry needs tooling that bridges the two worlds — not programmers hand-writing JSON for every output.</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900" name="BrandBar"/>
          <p:cNvSpPr/>
          <p:nvPr/>
        </p:nvSpPr>
        <p:spPr>
          <a:xfrm>
            <a:off x="0" y="0"/>
            <a:ext cx="9144000" cy="777240"/>
          </a:xfrm>
          <a:prstGeom prst="rect">
            <a:avLst/>
          </a:prstGeom>
          <a:solidFill>
            <a:srgbClr val="128474"/>
          </a:solidFill>
          <a:ln>
            <a:noFill/>
          </a:ln>
        </p:spPr>
        <p:txBody>
          <a:bodyPr/>
          <a:lstStyle/>
          <a:p/>
        </p:txBody>
      </p:sp>
      <p:sp>
        <p:nvSpPr>
          <p:cNvPr id="901" name="BrandAccent"/>
          <p:cNvSpPr/>
          <p:nvPr/>
        </p:nvSpPr>
        <p:spPr>
          <a:xfrm>
            <a:off x="0" y="777240"/>
            <a:ext cx="9144000" cy="36576"/>
          </a:xfrm>
          <a:prstGeom prst="rect">
            <a:avLst/>
          </a:prstGeom>
          <a:solidFill>
            <a:srgbClr val="94D60A"/>
          </a:solidFill>
          <a:ln>
            <a:noFill/>
          </a:ln>
        </p:spPr>
        <p:txBody>
          <a:bodyPr/>
          <a:lstStyle/>
          <a:p/>
        </p:txBody>
      </p:sp>
      <p:sp>
        <p:nvSpPr>
          <p:cNvPr id="2" name="Text 0"/>
          <p:cNvSpPr/>
          <p:nvPr/>
        </p:nvSpPr>
        <p:spPr>
          <a:xfrm>
            <a:off x="457200" y="82296"/>
            <a:ext cx="8229600" cy="274320"/>
          </a:xfrm>
          <a:prstGeom prst="rect">
            <a:avLst/>
          </a:prstGeom>
          <a:noFill/>
          <a:ln/>
        </p:spPr>
        <p:txBody>
          <a:bodyPr wrap="square" lIns="0" tIns="0" rIns="0" bIns="0" rtlCol="0" anchor="ctr"/>
          <a:lstStyle/>
          <a:p>
            <a:pPr indent="0" marL="0">
              <a:buNone/>
            </a:pPr>
            <a:r>
              <a:rPr sz="1100" lang="en-US" b="1" spc="300" kern="0" dirty="0">
                <a:solidFill>
                  <a:srgbClr val="FFFFFF"/>
                </a:solidFill>
                <a:latin typeface="Arial" pitchFamily="34" charset="0"/>
                <a:ea typeface="Arial" pitchFamily="34" charset="-122"/>
                <a:cs typeface="Arial" pitchFamily="34" charset="-120"/>
              </a:rPr>
              <a:t>BRIDGING THE GAP</a:t>
            </a:r>
            <a:endParaRPr sz="1100" lang="en-US" dirty="0"/>
          </a:p>
        </p:txBody>
      </p:sp>
      <p:sp>
        <p:nvSpPr>
          <p:cNvPr id="3" name="Text 1"/>
          <p:cNvSpPr/>
          <p:nvPr/>
        </p:nvSpPr>
        <p:spPr>
          <a:xfrm>
            <a:off x="457200" y="297180"/>
            <a:ext cx="8412480" cy="566928"/>
          </a:xfrm>
          <a:prstGeom prst="rect">
            <a:avLst/>
          </a:prstGeom>
          <a:noFill/>
          <a:ln/>
        </p:spPr>
        <p:txBody>
          <a:bodyPr wrap="square" lIns="0" tIns="0" rIns="0" bIns="0" rtlCol="0" anchor="ctr"/>
          <a:lstStyle/>
          <a:p>
            <a:pPr indent="0" marL="0">
              <a:buNone/>
            </a:pPr>
            <a:r>
              <a:rPr sz="2400" lang="en-US" b="1" dirty="0">
                <a:solidFill>
                  <a:srgbClr val="FFFFFF"/>
                </a:solidFill>
                <a:latin typeface="Arial" pitchFamily="34" charset="0"/>
                <a:ea typeface="Arial" pitchFamily="34" charset="-122"/>
                <a:cs typeface="Arial" pitchFamily="34" charset="-120"/>
              </a:rPr>
              <a:t>Translation Tooling — and the arsbridge Concept</a:t>
            </a:r>
            <a:endParaRPr sz="2400" lang="en-US" dirty="0"/>
          </a:p>
        </p:txBody>
      </p:sp>
      <p:sp>
        <p:nvSpPr>
          <p:cNvPr id="4" name="Text 2"/>
          <p:cNvSpPr/>
          <p:nvPr/>
        </p:nvSpPr>
        <p:spPr>
          <a:xfrm>
            <a:off x="457200" y="1261872"/>
            <a:ext cx="8229600" cy="274320"/>
          </a:xfrm>
          <a:prstGeom prst="rect">
            <a:avLst/>
          </a:prstGeom>
          <a:noFill/>
          <a:ln/>
        </p:spPr>
        <p:txBody>
          <a:bodyPr wrap="square" lIns="0" tIns="0" rIns="0" bIns="0" rtlCol="0" anchor="ctr"/>
          <a:lstStyle/>
          <a:p>
            <a:pPr indent="0" marL="0">
              <a:buNone/>
            </a:pPr>
            <a:r>
              <a:rPr lang="en-US" sz="1350" b="1" dirty="0">
                <a:solidFill>
                  <a:srgbClr val="004750"/>
                </a:solidFill>
                <a:latin typeface="Arial" pitchFamily="34" charset="0"/>
                <a:ea typeface="Arial" pitchFamily="34" charset="-122"/>
                <a:cs typeface="Arial" pitchFamily="34" charset="-120"/>
              </a:rPr>
              <a:t>What good translation tools must do</a:t>
            </a:r>
            <a:endParaRPr lang="en-US" sz="1350" dirty="0"/>
          </a:p>
        </p:txBody>
      </p:sp>
      <p:pic>
        <p:nvPicPr>
          <p:cNvPr id="5" name="Image 0" descr="preencoded.png">    </p:cNvPr>
          <p:cNvPicPr>
            <a:picLocks noChangeAspect="1"/>
          </p:cNvPicPr>
          <p:nvPr/>
        </p:nvPicPr>
        <p:blipFill>
          <a:blip r:embed="rId1"/>
          <a:stretch>
            <a:fillRect/>
          </a:stretch>
        </p:blipFill>
        <p:spPr>
          <a:xfrm>
            <a:off x="457200" y="1673352"/>
            <a:ext cx="201168" cy="201168"/>
          </a:xfrm>
          <a:prstGeom prst="rect">
            <a:avLst/>
          </a:prstGeom>
        </p:spPr>
      </p:pic>
      <p:sp>
        <p:nvSpPr>
          <p:cNvPr id="6" name="Text 3"/>
          <p:cNvSpPr/>
          <p:nvPr/>
        </p:nvSpPr>
        <p:spPr>
          <a:xfrm>
            <a:off x="749808" y="1591056"/>
            <a:ext cx="2487168" cy="402336"/>
          </a:xfrm>
          <a:prstGeom prst="rect">
            <a:avLst/>
          </a:prstGeom>
          <a:noFill/>
          <a:ln/>
        </p:spPr>
        <p:txBody>
          <a:bodyPr wrap="square" lIns="0" tIns="0" rIns="0" bIns="0" rtlCol="0" anchor="ctr"/>
          <a:lstStyle/>
          <a:p>
            <a:pPr indent="0" marL="0">
              <a:buNone/>
            </a:pPr>
            <a:r>
              <a:rPr lang="en-US" sz="1050" dirty="0">
                <a:solidFill>
                  <a:srgbClr val="575756"/>
                </a:solidFill>
                <a:latin typeface="Arial" pitchFamily="34" charset="0"/>
                <a:ea typeface="Arial" pitchFamily="34" charset="-122"/>
                <a:cs typeface="Arial" pitchFamily="34" charset="-120"/>
              </a:rPr>
              <a:t>Validation against the ARS model</a:t>
            </a:r>
            <a:endParaRPr lang="en-US" sz="1050" dirty="0"/>
          </a:p>
        </p:txBody>
      </p:sp>
      <p:pic>
        <p:nvPicPr>
          <p:cNvPr id="7" name="Image 1" descr="preencoded.png">    </p:cNvPr>
          <p:cNvPicPr>
            <a:picLocks noChangeAspect="1"/>
          </p:cNvPicPr>
          <p:nvPr/>
        </p:nvPicPr>
        <p:blipFill>
          <a:blip r:embed="rId2"/>
          <a:stretch>
            <a:fillRect/>
          </a:stretch>
        </p:blipFill>
        <p:spPr>
          <a:xfrm>
            <a:off x="3246120" y="1673352"/>
            <a:ext cx="201168" cy="201168"/>
          </a:xfrm>
          <a:prstGeom prst="rect">
            <a:avLst/>
          </a:prstGeom>
        </p:spPr>
      </p:pic>
      <p:sp>
        <p:nvSpPr>
          <p:cNvPr id="8" name="Text 4"/>
          <p:cNvSpPr/>
          <p:nvPr/>
        </p:nvSpPr>
        <p:spPr>
          <a:xfrm>
            <a:off x="3538728" y="1591056"/>
            <a:ext cx="2487168" cy="402336"/>
          </a:xfrm>
          <a:prstGeom prst="rect">
            <a:avLst/>
          </a:prstGeom>
          <a:noFill/>
          <a:ln/>
        </p:spPr>
        <p:txBody>
          <a:bodyPr wrap="square" lIns="0" tIns="0" rIns="0" bIns="0" rtlCol="0" anchor="ctr"/>
          <a:lstStyle/>
          <a:p>
            <a:pPr indent="0" marL="0">
              <a:buNone/>
            </a:pPr>
            <a:r>
              <a:rPr lang="en-US" sz="1050" dirty="0">
                <a:solidFill>
                  <a:srgbClr val="575756"/>
                </a:solidFill>
                <a:latin typeface="Arial" pitchFamily="34" charset="0"/>
                <a:ea typeface="Arial" pitchFamily="34" charset="-122"/>
                <a:cs typeface="Arial" pitchFamily="34" charset="-120"/>
              </a:rPr>
              <a:t>Standard templates for common TLFs</a:t>
            </a:r>
            <a:endParaRPr lang="en-US" sz="1050" dirty="0"/>
          </a:p>
        </p:txBody>
      </p:sp>
      <p:pic>
        <p:nvPicPr>
          <p:cNvPr id="9" name="Image 2" descr="preencoded.png">    </p:cNvPr>
          <p:cNvPicPr>
            <a:picLocks noChangeAspect="1"/>
          </p:cNvPicPr>
          <p:nvPr/>
        </p:nvPicPr>
        <p:blipFill>
          <a:blip r:embed="rId3"/>
          <a:stretch>
            <a:fillRect/>
          </a:stretch>
        </p:blipFill>
        <p:spPr>
          <a:xfrm>
            <a:off x="6035040" y="1673352"/>
            <a:ext cx="201168" cy="201168"/>
          </a:xfrm>
          <a:prstGeom prst="rect">
            <a:avLst/>
          </a:prstGeom>
        </p:spPr>
      </p:pic>
      <p:sp>
        <p:nvSpPr>
          <p:cNvPr id="10" name="Text 5"/>
          <p:cNvSpPr/>
          <p:nvPr/>
        </p:nvSpPr>
        <p:spPr>
          <a:xfrm>
            <a:off x="6327648" y="1591056"/>
            <a:ext cx="2487168" cy="402336"/>
          </a:xfrm>
          <a:prstGeom prst="rect">
            <a:avLst/>
          </a:prstGeom>
          <a:noFill/>
          <a:ln/>
        </p:spPr>
        <p:txBody>
          <a:bodyPr wrap="square" lIns="0" tIns="0" rIns="0" bIns="0" rtlCol="0" anchor="ctr"/>
          <a:lstStyle/>
          <a:p>
            <a:pPr indent="0" marL="0">
              <a:buNone/>
            </a:pPr>
            <a:r>
              <a:rPr lang="en-US" sz="1050" dirty="0">
                <a:solidFill>
                  <a:srgbClr val="575756"/>
                </a:solidFill>
                <a:latin typeface="Arial" pitchFamily="34" charset="0"/>
                <a:ea typeface="Arial" pitchFamily="34" charset="-122"/>
                <a:cs typeface="Arial" pitchFamily="34" charset="-120"/>
              </a:rPr>
              <a:t>Metadata reuse across outputs &amp; studies</a:t>
            </a:r>
            <a:endParaRPr lang="en-US" sz="1050" dirty="0"/>
          </a:p>
        </p:txBody>
      </p:sp>
      <p:pic>
        <p:nvPicPr>
          <p:cNvPr id="11" name="Image 3" descr="preencoded.png">    </p:cNvPr>
          <p:cNvPicPr>
            <a:picLocks noChangeAspect="1"/>
          </p:cNvPicPr>
          <p:nvPr/>
        </p:nvPicPr>
        <p:blipFill>
          <a:blip r:embed="rId4"/>
          <a:stretch>
            <a:fillRect/>
          </a:stretch>
        </p:blipFill>
        <p:spPr>
          <a:xfrm>
            <a:off x="457200" y="2148840"/>
            <a:ext cx="201168" cy="201168"/>
          </a:xfrm>
          <a:prstGeom prst="rect">
            <a:avLst/>
          </a:prstGeom>
        </p:spPr>
      </p:pic>
      <p:sp>
        <p:nvSpPr>
          <p:cNvPr id="12" name="Text 6"/>
          <p:cNvSpPr/>
          <p:nvPr/>
        </p:nvSpPr>
        <p:spPr>
          <a:xfrm>
            <a:off x="749808" y="2066544"/>
            <a:ext cx="2487168" cy="402336"/>
          </a:xfrm>
          <a:prstGeom prst="rect">
            <a:avLst/>
          </a:prstGeom>
          <a:noFill/>
          <a:ln/>
        </p:spPr>
        <p:txBody>
          <a:bodyPr wrap="square" lIns="0" tIns="0" rIns="0" bIns="0" rtlCol="0" anchor="ctr"/>
          <a:lstStyle/>
          <a:p>
            <a:pPr indent="0" marL="0">
              <a:buNone/>
            </a:pPr>
            <a:r>
              <a:rPr lang="en-US" sz="1050" dirty="0">
                <a:solidFill>
                  <a:srgbClr val="575756"/>
                </a:solidFill>
                <a:latin typeface="Arial" pitchFamily="34" charset="0"/>
                <a:ea typeface="Arial" pitchFamily="34" charset="-122"/>
                <a:cs typeface="Arial" pitchFamily="34" charset="-120"/>
              </a:rPr>
              <a:t>Visual authoring — no raw JSON required</a:t>
            </a:r>
            <a:endParaRPr lang="en-US" sz="1050" dirty="0"/>
          </a:p>
        </p:txBody>
      </p:sp>
      <p:pic>
        <p:nvPicPr>
          <p:cNvPr id="13" name="Image 4" descr="preencoded.png">    </p:cNvPr>
          <p:cNvPicPr>
            <a:picLocks noChangeAspect="1"/>
          </p:cNvPicPr>
          <p:nvPr/>
        </p:nvPicPr>
        <p:blipFill>
          <a:blip r:embed="rId5"/>
          <a:stretch>
            <a:fillRect/>
          </a:stretch>
        </p:blipFill>
        <p:spPr>
          <a:xfrm>
            <a:off x="3246120" y="2148840"/>
            <a:ext cx="201168" cy="201168"/>
          </a:xfrm>
          <a:prstGeom prst="rect">
            <a:avLst/>
          </a:prstGeom>
        </p:spPr>
      </p:pic>
      <p:sp>
        <p:nvSpPr>
          <p:cNvPr id="14" name="Text 7"/>
          <p:cNvSpPr/>
          <p:nvPr/>
        </p:nvSpPr>
        <p:spPr>
          <a:xfrm>
            <a:off x="3538728" y="2066544"/>
            <a:ext cx="2487168" cy="402336"/>
          </a:xfrm>
          <a:prstGeom prst="rect">
            <a:avLst/>
          </a:prstGeom>
          <a:noFill/>
          <a:ln/>
        </p:spPr>
        <p:txBody>
          <a:bodyPr wrap="square" lIns="0" tIns="0" rIns="0" bIns="0" rtlCol="0" anchor="ctr"/>
          <a:lstStyle/>
          <a:p>
            <a:pPr indent="0" marL="0">
              <a:buNone/>
            </a:pPr>
            <a:r>
              <a:rPr lang="en-US" sz="1050" dirty="0">
                <a:solidFill>
                  <a:srgbClr val="575756"/>
                </a:solidFill>
                <a:latin typeface="Arial" pitchFamily="34" charset="0"/>
                <a:ea typeface="Arial" pitchFamily="34" charset="-122"/>
                <a:cs typeface="Arial" pitchFamily="34" charset="-120"/>
              </a:rPr>
              <a:t>Automated JSON generation</a:t>
            </a:r>
            <a:endParaRPr lang="en-US" sz="1050" dirty="0"/>
          </a:p>
        </p:txBody>
      </p:sp>
      <p:pic>
        <p:nvPicPr>
          <p:cNvPr id="15" name="Image 5" descr="preencoded.png">    </p:cNvPr>
          <p:cNvPicPr>
            <a:picLocks noChangeAspect="1"/>
          </p:cNvPicPr>
          <p:nvPr/>
        </p:nvPicPr>
        <p:blipFill>
          <a:blip r:embed="rId6"/>
          <a:stretch>
            <a:fillRect/>
          </a:stretch>
        </p:blipFill>
        <p:spPr>
          <a:xfrm>
            <a:off x="6035040" y="2148840"/>
            <a:ext cx="201168" cy="201168"/>
          </a:xfrm>
          <a:prstGeom prst="rect">
            <a:avLst/>
          </a:prstGeom>
        </p:spPr>
      </p:pic>
      <p:sp>
        <p:nvSpPr>
          <p:cNvPr id="16" name="Text 8"/>
          <p:cNvSpPr/>
          <p:nvPr/>
        </p:nvSpPr>
        <p:spPr>
          <a:xfrm>
            <a:off x="6327648" y="2066544"/>
            <a:ext cx="2487168" cy="402336"/>
          </a:xfrm>
          <a:prstGeom prst="rect">
            <a:avLst/>
          </a:prstGeom>
          <a:noFill/>
          <a:ln/>
        </p:spPr>
        <p:txBody>
          <a:bodyPr wrap="square" lIns="0" tIns="0" rIns="0" bIns="0" rtlCol="0" anchor="ctr"/>
          <a:lstStyle/>
          <a:p>
            <a:pPr indent="0" marL="0">
              <a:buNone/>
            </a:pPr>
            <a:r>
              <a:rPr lang="en-US" sz="1050" dirty="0">
                <a:solidFill>
                  <a:srgbClr val="575756"/>
                </a:solidFill>
                <a:latin typeface="Arial" pitchFamily="34" charset="0"/>
                <a:ea typeface="Arial" pitchFamily="34" charset="-122"/>
                <a:cs typeface="Arial" pitchFamily="34" charset="-120"/>
              </a:rPr>
              <a:t>Review workflows clinical teams accept</a:t>
            </a:r>
            <a:endParaRPr lang="en-US" sz="1050" dirty="0"/>
          </a:p>
        </p:txBody>
      </p:sp>
      <p:sp>
        <p:nvSpPr>
          <p:cNvPr id="17" name="Shape 9"/>
          <p:cNvSpPr/>
          <p:nvPr/>
        </p:nvSpPr>
        <p:spPr>
          <a:xfrm>
            <a:off x="457200" y="2743200"/>
            <a:ext cx="8229600" cy="1828800"/>
          </a:xfrm>
          <a:prstGeom prst="roundRect">
            <a:avLst>
              <a:gd name="adj" fmla="val 5000"/>
            </a:avLst>
          </a:prstGeom>
          <a:solidFill>
            <a:srgbClr val="E4F2F4"/>
          </a:solidFill>
          <a:ln/>
          <a:effectLst>
            <a:outerShdw sx="100000" sy="100000" kx="0" ky="0" algn="bl" rotWithShape="0" blurRad="88900" dist="25400" dir="2700000">
              <a:srgbClr val="000000">
                <a:alpha val="14000"/>
              </a:srgbClr>
            </a:outerShdw>
          </a:effectLst>
        </p:spPr>
      </p:sp>
      <p:sp>
        <p:nvSpPr>
          <p:cNvPr id="18" name="Shape 10"/>
          <p:cNvSpPr/>
          <p:nvPr/>
        </p:nvSpPr>
        <p:spPr>
          <a:xfrm>
            <a:off x="713232" y="2944368"/>
            <a:ext cx="1600200" cy="402336"/>
          </a:xfrm>
          <a:prstGeom prst="roundRect">
            <a:avLst>
              <a:gd name="adj" fmla="val 18182"/>
            </a:avLst>
          </a:prstGeom>
          <a:solidFill>
            <a:srgbClr val="128474"/>
          </a:solidFill>
          <a:ln/>
        </p:spPr>
      </p:sp>
      <p:sp>
        <p:nvSpPr>
          <p:cNvPr id="19" name="Text 11"/>
          <p:cNvSpPr/>
          <p:nvPr/>
        </p:nvSpPr>
        <p:spPr>
          <a:xfrm>
            <a:off x="713232" y="2944368"/>
            <a:ext cx="1600200"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{arsbridge}</a:t>
            </a:r>
            <a:endParaRPr lang="en-US" sz="1400" dirty="0"/>
          </a:p>
        </p:txBody>
      </p:sp>
      <p:sp>
        <p:nvSpPr>
          <p:cNvPr id="20" name="Text 12"/>
          <p:cNvSpPr/>
          <p:nvPr/>
        </p:nvSpPr>
        <p:spPr>
          <a:xfrm>
            <a:off x="2468880" y="2944368"/>
            <a:ext cx="6035040" cy="402336"/>
          </a:xfrm>
          <a:prstGeom prst="rect">
            <a:avLst/>
          </a:prstGeom>
          <a:noFill/>
          <a:ln/>
        </p:spPr>
        <p:txBody>
          <a:bodyPr wrap="square" lIns="0" tIns="0" rIns="0" bIns="0" rtlCol="0" anchor="ctr"/>
          <a:lstStyle/>
          <a:p>
            <a:pPr indent="0" marL="0">
              <a:buNone/>
            </a:pPr>
            <a:r>
              <a:rPr lang="en-US" sz="1300" b="1" dirty="0">
                <a:solidFill>
                  <a:srgbClr val="128474"/>
                </a:solidFill>
                <a:latin typeface="Arial" pitchFamily="34" charset="0"/>
                <a:ea typeface="Arial" pitchFamily="34" charset="-122"/>
                <a:cs typeface="Arial" pitchFamily="34" charset="-120"/>
              </a:rPr>
              <a:t>an R package concept: bridge annotated shells and ARS — bidirectionally</a:t>
            </a:r>
            <a:endParaRPr lang="en-US" sz="1300" dirty="0"/>
          </a:p>
        </p:txBody>
      </p:sp>
      <p:sp>
        <p:nvSpPr>
          <p:cNvPr id="21" name="Text 13"/>
          <p:cNvSpPr/>
          <p:nvPr/>
        </p:nvSpPr>
        <p:spPr>
          <a:xfrm>
            <a:off x="713232" y="3493008"/>
            <a:ext cx="3840480" cy="402336"/>
          </a:xfrm>
          <a:prstGeom prst="rect">
            <a:avLst/>
          </a:prstGeom>
          <a:noFill/>
          <a:ln/>
        </p:spPr>
        <p:txBody>
          <a:bodyPr wrap="square" lIns="0" tIns="0" rIns="0" bIns="0" rtlCol="0" anchor="ctr"/>
          <a:lstStyle/>
          <a:p>
            <a:pPr indent="0" marL="0">
              <a:buNone/>
            </a:pPr>
            <a:r>
              <a:rPr lang="en-US" sz="1050" b="1" dirty="0">
                <a:solidFill>
                  <a:srgbClr val="1790D0"/>
                </a:solidFill>
                <a:latin typeface="Courier New" pitchFamily="34" charset="0"/>
                <a:ea typeface="Courier New" pitchFamily="34" charset="-122"/>
                <a:cs typeface="Courier New" pitchFamily="34" charset="-120"/>
              </a:rPr>
              <a:t>shell_to_ars()</a:t>
            </a:r>
            <a:pPr indent="0" marL="0">
              <a:buNone/>
            </a:pPr>
            <a:r>
              <a:rPr lang="en-US" sz="1050" dirty="0">
                <a:solidFill>
                  <a:srgbClr val="575756"/>
                </a:solidFill>
                <a:latin typeface="Arial" pitchFamily="34" charset="0"/>
                <a:ea typeface="Arial" pitchFamily="34" charset="-122"/>
                <a:cs typeface="Arial" pitchFamily="34" charset="-120"/>
              </a:rPr>
              <a:t>  annotated shell → ARM-TS JSON</a:t>
            </a:r>
            <a:endParaRPr lang="en-US" sz="1050" dirty="0"/>
          </a:p>
        </p:txBody>
      </p:sp>
      <p:sp>
        <p:nvSpPr>
          <p:cNvPr id="22" name="Text 14"/>
          <p:cNvSpPr/>
          <p:nvPr/>
        </p:nvSpPr>
        <p:spPr>
          <a:xfrm>
            <a:off x="4645152" y="3493008"/>
            <a:ext cx="3840480" cy="402336"/>
          </a:xfrm>
          <a:prstGeom prst="rect">
            <a:avLst/>
          </a:prstGeom>
          <a:noFill/>
          <a:ln/>
        </p:spPr>
        <p:txBody>
          <a:bodyPr wrap="square" lIns="0" tIns="0" rIns="0" bIns="0" rtlCol="0" anchor="ctr"/>
          <a:lstStyle/>
          <a:p>
            <a:pPr indent="0" marL="0">
              <a:buNone/>
            </a:pPr>
            <a:r>
              <a:rPr lang="en-US" sz="1050" b="1" dirty="0">
                <a:solidFill>
                  <a:srgbClr val="1790D0"/>
                </a:solidFill>
                <a:latin typeface="Courier New" pitchFamily="34" charset="0"/>
                <a:ea typeface="Courier New" pitchFamily="34" charset="-122"/>
                <a:cs typeface="Courier New" pitchFamily="34" charset="-120"/>
              </a:rPr>
              <a:t>ars_to_shell()</a:t>
            </a:r>
            <a:pPr indent="0" marL="0">
              <a:buNone/>
            </a:pPr>
            <a:r>
              <a:rPr lang="en-US" sz="1050" dirty="0">
                <a:solidFill>
                  <a:srgbClr val="575756"/>
                </a:solidFill>
                <a:latin typeface="Arial" pitchFamily="34" charset="0"/>
                <a:ea typeface="Arial" pitchFamily="34" charset="-122"/>
                <a:cs typeface="Arial" pitchFamily="34" charset="-120"/>
              </a:rPr>
              <a:t>  ARS metadata → reviewable shell</a:t>
            </a:r>
            <a:endParaRPr lang="en-US" sz="1050" dirty="0"/>
          </a:p>
        </p:txBody>
      </p:sp>
      <p:sp>
        <p:nvSpPr>
          <p:cNvPr id="23" name="Text 15"/>
          <p:cNvSpPr/>
          <p:nvPr/>
        </p:nvSpPr>
        <p:spPr>
          <a:xfrm>
            <a:off x="713232" y="3950208"/>
            <a:ext cx="3840480" cy="402336"/>
          </a:xfrm>
          <a:prstGeom prst="rect">
            <a:avLst/>
          </a:prstGeom>
          <a:noFill/>
          <a:ln/>
        </p:spPr>
        <p:txBody>
          <a:bodyPr wrap="square" lIns="0" tIns="0" rIns="0" bIns="0" rtlCol="0" anchor="ctr"/>
          <a:lstStyle/>
          <a:p>
            <a:pPr indent="0" marL="0">
              <a:buNone/>
            </a:pPr>
            <a:r>
              <a:rPr lang="en-US" sz="1050" b="1" dirty="0">
                <a:solidFill>
                  <a:srgbClr val="1790D0"/>
                </a:solidFill>
                <a:latin typeface="Courier New" pitchFamily="34" charset="0"/>
                <a:ea typeface="Courier New" pitchFamily="34" charset="-122"/>
                <a:cs typeface="Courier New" pitchFamily="34" charset="-120"/>
              </a:rPr>
              <a:t>parse_ars()</a:t>
            </a:r>
            <a:pPr indent="0" marL="0">
              <a:buNone/>
            </a:pPr>
            <a:r>
              <a:rPr lang="en-US" sz="1050" dirty="0">
                <a:solidFill>
                  <a:srgbClr val="575756"/>
                </a:solidFill>
                <a:latin typeface="Arial" pitchFamily="34" charset="0"/>
                <a:ea typeface="Arial" pitchFamily="34" charset="-122"/>
                <a:cs typeface="Arial" pitchFamily="34" charset="-120"/>
              </a:rPr>
              <a:t>  read a ReportingEvent into R</a:t>
            </a:r>
            <a:endParaRPr lang="en-US" sz="1050" dirty="0"/>
          </a:p>
        </p:txBody>
      </p:sp>
      <p:sp>
        <p:nvSpPr>
          <p:cNvPr id="24" name="Text 16"/>
          <p:cNvSpPr/>
          <p:nvPr/>
        </p:nvSpPr>
        <p:spPr>
          <a:xfrm>
            <a:off x="4645152" y="3950208"/>
            <a:ext cx="3840480" cy="402336"/>
          </a:xfrm>
          <a:prstGeom prst="rect">
            <a:avLst/>
          </a:prstGeom>
          <a:noFill/>
          <a:ln/>
        </p:spPr>
        <p:txBody>
          <a:bodyPr wrap="square" lIns="0" tIns="0" rIns="0" bIns="0" rtlCol="0" anchor="ctr"/>
          <a:lstStyle/>
          <a:p>
            <a:pPr indent="0" marL="0">
              <a:buNone/>
            </a:pPr>
            <a:r>
              <a:rPr lang="en-US" sz="1050" b="1" dirty="0">
                <a:solidFill>
                  <a:srgbClr val="1790D0"/>
                </a:solidFill>
                <a:latin typeface="Courier New" pitchFamily="34" charset="0"/>
                <a:ea typeface="Courier New" pitchFamily="34" charset="-122"/>
                <a:cs typeface="Courier New" pitchFamily="34" charset="-120"/>
              </a:rPr>
              <a:t>validate_ard()</a:t>
            </a:r>
            <a:pPr indent="0" marL="0">
              <a:buNone/>
            </a:pPr>
            <a:r>
              <a:rPr lang="en-US" sz="1050" dirty="0">
                <a:solidFill>
                  <a:srgbClr val="575756"/>
                </a:solidFill>
                <a:latin typeface="Arial" pitchFamily="34" charset="0"/>
                <a:ea typeface="Arial" pitchFamily="34" charset="-122"/>
                <a:cs typeface="Arial" pitchFamily="34" charset="-120"/>
              </a:rPr>
              <a:t>  check ARD results against the spec</a:t>
            </a:r>
            <a:endParaRPr lang="en-US" sz="1050" dirty="0"/>
          </a:p>
        </p:txBody>
      </p:sp>
      <p:sp>
        <p:nvSpPr>
          <p:cNvPr id="25" name="Text 17"/>
          <p:cNvSpPr/>
          <p:nvPr/>
        </p:nvSpPr>
        <p:spPr>
          <a:xfrm>
            <a:off x="713232" y="4279392"/>
            <a:ext cx="7680960" cy="256032"/>
          </a:xfrm>
          <a:prstGeom prst="rect">
            <a:avLst/>
          </a:prstGeom>
          <a:noFill/>
          <a:ln/>
        </p:spPr>
        <p:txBody>
          <a:bodyPr wrap="square" lIns="0" tIns="0" rIns="0" bIns="0" rtlCol="0" anchor="ctr"/>
          <a:lstStyle/>
          <a:p>
            <a:pPr indent="0" marL="0">
              <a:buNone/>
            </a:pPr>
            <a:r>
              <a:rPr lang="en-US" sz="1050" i="1" dirty="0">
                <a:solidFill>
                  <a:srgbClr val="6A696D"/>
                </a:solidFill>
                <a:latin typeface="Arial" pitchFamily="34" charset="0"/>
                <a:ea typeface="Arial" pitchFamily="34" charset="-122"/>
                <a:cs typeface="Arial" pitchFamily="34" charset="-120"/>
              </a:rPr>
              <a:t>An enabling framework — it reduces the burden of hand-authoring ARS JSON; it does not remove the need for review.</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900" name="BrandBar"/>
          <p:cNvSpPr/>
          <p:nvPr/>
        </p:nvSpPr>
        <p:spPr>
          <a:xfrm>
            <a:off x="0" y="0"/>
            <a:ext cx="9144000" cy="777240"/>
          </a:xfrm>
          <a:prstGeom prst="rect">
            <a:avLst/>
          </a:prstGeom>
          <a:solidFill>
            <a:srgbClr val="128474"/>
          </a:solidFill>
          <a:ln>
            <a:noFill/>
          </a:ln>
        </p:spPr>
        <p:txBody>
          <a:bodyPr/>
          <a:lstStyle/>
          <a:p/>
        </p:txBody>
      </p:sp>
      <p:sp>
        <p:nvSpPr>
          <p:cNvPr id="901" name="BrandAccent"/>
          <p:cNvSpPr/>
          <p:nvPr/>
        </p:nvSpPr>
        <p:spPr>
          <a:xfrm>
            <a:off x="0" y="777240"/>
            <a:ext cx="9144000" cy="36576"/>
          </a:xfrm>
          <a:prstGeom prst="rect">
            <a:avLst/>
          </a:prstGeom>
          <a:solidFill>
            <a:srgbClr val="94D60A"/>
          </a:solidFill>
          <a:ln>
            <a:noFill/>
          </a:ln>
        </p:spPr>
        <p:txBody>
          <a:bodyPr/>
          <a:lstStyle/>
          <a:p/>
        </p:txBody>
      </p:sp>
      <p:sp>
        <p:nvSpPr>
          <p:cNvPr id="2" name="Text 0"/>
          <p:cNvSpPr/>
          <p:nvPr/>
        </p:nvSpPr>
        <p:spPr>
          <a:xfrm>
            <a:off x="457200" y="82296"/>
            <a:ext cx="8229600" cy="274320"/>
          </a:xfrm>
          <a:prstGeom prst="rect">
            <a:avLst/>
          </a:prstGeom>
          <a:noFill/>
          <a:ln/>
        </p:spPr>
        <p:txBody>
          <a:bodyPr wrap="square" lIns="0" tIns="0" rIns="0" bIns="0" rtlCol="0" anchor="ctr"/>
          <a:lstStyle/>
          <a:p>
            <a:pPr indent="0" marL="0">
              <a:buNone/>
            </a:pPr>
            <a:r>
              <a:rPr sz="1100" lang="en-US" b="1" spc="300" kern="0" dirty="0">
                <a:solidFill>
                  <a:srgbClr val="FFFFFF"/>
                </a:solidFill>
                <a:latin typeface="Arial" pitchFamily="34" charset="0"/>
                <a:ea typeface="Arial" pitchFamily="34" charset="-122"/>
                <a:cs typeface="Arial" pitchFamily="34" charset="-120"/>
              </a:rPr>
              <a:t>THE AUTOMATION VISION</a:t>
            </a:r>
            <a:endParaRPr sz="1100" lang="en-US" dirty="0"/>
          </a:p>
        </p:txBody>
      </p:sp>
      <p:sp>
        <p:nvSpPr>
          <p:cNvPr id="3" name="Text 1"/>
          <p:cNvSpPr/>
          <p:nvPr/>
        </p:nvSpPr>
        <p:spPr>
          <a:xfrm>
            <a:off x="457200" y="297180"/>
            <a:ext cx="8412480" cy="566928"/>
          </a:xfrm>
          <a:prstGeom prst="rect">
            <a:avLst/>
          </a:prstGeom>
          <a:noFill/>
          <a:ln/>
        </p:spPr>
        <p:txBody>
          <a:bodyPr wrap="square" lIns="0" tIns="0" rIns="0" bIns="0" rtlCol="0" anchor="ctr"/>
          <a:lstStyle/>
          <a:p>
            <a:pPr indent="0" marL="0">
              <a:buNone/>
            </a:pPr>
            <a:r>
              <a:rPr sz="2400" lang="en-US" b="1" dirty="0">
                <a:solidFill>
                  <a:srgbClr val="FFFFFF"/>
                </a:solidFill>
                <a:latin typeface="Arial" pitchFamily="34" charset="0"/>
                <a:ea typeface="Arial" pitchFamily="34" charset="-122"/>
                <a:cs typeface="Arial" pitchFamily="34" charset="-120"/>
              </a:rPr>
              <a:t>From ARS JSON to Generated TLF Code</a:t>
            </a:r>
            <a:endParaRPr sz="2400" lang="en-US" dirty="0"/>
          </a:p>
        </p:txBody>
      </p:sp>
      <p:sp>
        <p:nvSpPr>
          <p:cNvPr id="4" name="Shape 2"/>
          <p:cNvSpPr/>
          <p:nvPr/>
        </p:nvSpPr>
        <p:spPr>
          <a:xfrm>
            <a:off x="457200" y="1371600"/>
            <a:ext cx="1188720" cy="777240"/>
          </a:xfrm>
          <a:prstGeom prst="roundRect">
            <a:avLst>
              <a:gd name="adj" fmla="val 8235"/>
            </a:avLst>
          </a:prstGeom>
          <a:solidFill>
            <a:srgbClr val="ECE4F3"/>
          </a:solidFill>
          <a:ln/>
          <a:effectLst>
            <a:outerShdw sx="100000" sy="100000" kx="0" ky="0" algn="bl" rotWithShape="0" blurRad="88900" dist="25400" dir="2700000">
              <a:srgbClr val="000000">
                <a:alpha val="14000"/>
              </a:srgbClr>
            </a:outerShdw>
          </a:effectLst>
        </p:spPr>
      </p:sp>
      <p:sp>
        <p:nvSpPr>
          <p:cNvPr id="5" name="Text 3"/>
          <p:cNvSpPr/>
          <p:nvPr/>
        </p:nvSpPr>
        <p:spPr>
          <a:xfrm>
            <a:off x="475488" y="1371600"/>
            <a:ext cx="1152144" cy="777240"/>
          </a:xfrm>
          <a:prstGeom prst="rect">
            <a:avLst/>
          </a:prstGeom>
          <a:noFill/>
          <a:ln/>
        </p:spPr>
        <p:txBody>
          <a:bodyPr wrap="square" lIns="0" tIns="0" rIns="0" bIns="0" rtlCol="0" anchor="ctr"/>
          <a:lstStyle/>
          <a:p>
            <a:pPr algn="ctr" indent="0" marL="0">
              <a:buNone/>
            </a:pPr>
            <a:r>
              <a:rPr lang="en-US" sz="1100" b="1" dirty="0">
                <a:solidFill>
                  <a:srgbClr val="632B86"/>
                </a:solidFill>
                <a:latin typeface="Arial" pitchFamily="34" charset="0"/>
                <a:ea typeface="Arial" pitchFamily="34" charset="-122"/>
                <a:cs typeface="Arial" pitchFamily="34" charset="-120"/>
              </a:rPr>
              <a:t>Annotated</a:t>
            </a:r>
            <a:endParaRPr lang="en-US" sz="1100" dirty="0"/>
          </a:p>
          <a:p>
            <a:pPr algn="ctr" indent="0" marL="0">
              <a:buNone/>
            </a:pPr>
            <a:r>
              <a:rPr lang="en-US" sz="900" dirty="0">
                <a:solidFill>
                  <a:srgbClr val="632B86"/>
                </a:solidFill>
                <a:latin typeface="Arial" pitchFamily="34" charset="0"/>
                <a:ea typeface="Arial" pitchFamily="34" charset="-122"/>
                <a:cs typeface="Arial" pitchFamily="34" charset="-120"/>
              </a:rPr>
              <a:t>Shell</a:t>
            </a:r>
            <a:endParaRPr lang="en-US" sz="1100" dirty="0"/>
          </a:p>
        </p:txBody>
      </p:sp>
      <p:sp>
        <p:nvSpPr>
          <p:cNvPr id="6" name="Shape 4"/>
          <p:cNvSpPr/>
          <p:nvPr/>
        </p:nvSpPr>
        <p:spPr>
          <a:xfrm>
            <a:off x="1682496" y="1760220"/>
            <a:ext cx="45720" cy="0"/>
          </a:xfrm>
          <a:prstGeom prst="line">
            <a:avLst/>
          </a:prstGeom>
          <a:noFill/>
          <a:ln w="28575">
            <a:solidFill>
              <a:srgbClr val="128474"/>
            </a:solidFill>
            <a:prstDash val="solid"/>
            <a:tailEnd type="triangle"/>
          </a:ln>
        </p:spPr>
      </p:sp>
      <p:sp>
        <p:nvSpPr>
          <p:cNvPr id="7" name="Shape 5"/>
          <p:cNvSpPr/>
          <p:nvPr/>
        </p:nvSpPr>
        <p:spPr>
          <a:xfrm>
            <a:off x="1764792" y="1371600"/>
            <a:ext cx="1188720" cy="777240"/>
          </a:xfrm>
          <a:prstGeom prst="roundRect">
            <a:avLst>
              <a:gd name="adj" fmla="val 8235"/>
            </a:avLst>
          </a:prstGeom>
          <a:solidFill>
            <a:srgbClr val="E4F2F4"/>
          </a:solidFill>
          <a:ln/>
          <a:effectLst>
            <a:outerShdw sx="100000" sy="100000" kx="0" ky="0" algn="bl" rotWithShape="0" blurRad="88900" dist="25400" dir="2700000">
              <a:srgbClr val="000000">
                <a:alpha val="14000"/>
              </a:srgbClr>
            </a:outerShdw>
          </a:effectLst>
        </p:spPr>
      </p:sp>
      <p:sp>
        <p:nvSpPr>
          <p:cNvPr id="8" name="Text 6"/>
          <p:cNvSpPr/>
          <p:nvPr/>
        </p:nvSpPr>
        <p:spPr>
          <a:xfrm>
            <a:off x="1783080" y="1371600"/>
            <a:ext cx="1152144" cy="777240"/>
          </a:xfrm>
          <a:prstGeom prst="rect">
            <a:avLst/>
          </a:prstGeom>
          <a:noFill/>
          <a:ln/>
        </p:spPr>
        <p:txBody>
          <a:bodyPr wrap="square" lIns="0" tIns="0" rIns="0" bIns="0" rtlCol="0" anchor="ctr"/>
          <a:lstStyle/>
          <a:p>
            <a:pPr algn="ctr" indent="0" marL="0">
              <a:buNone/>
            </a:pPr>
            <a:r>
              <a:rPr lang="en-US" sz="1100" b="1" dirty="0">
                <a:solidFill>
                  <a:srgbClr val="128474"/>
                </a:solidFill>
                <a:latin typeface="Courier New" pitchFamily="34" charset="0"/>
                <a:ea typeface="Courier New" pitchFamily="34" charset="-122"/>
                <a:cs typeface="Courier New" pitchFamily="34" charset="-120"/>
              </a:rPr>
              <a:t>{arsbridge}</a:t>
            </a:r>
            <a:endParaRPr lang="en-US" sz="1100" dirty="0"/>
          </a:p>
        </p:txBody>
      </p:sp>
      <p:sp>
        <p:nvSpPr>
          <p:cNvPr id="9" name="Shape 7"/>
          <p:cNvSpPr/>
          <p:nvPr/>
        </p:nvSpPr>
        <p:spPr>
          <a:xfrm>
            <a:off x="2990088" y="1760220"/>
            <a:ext cx="45720" cy="0"/>
          </a:xfrm>
          <a:prstGeom prst="line">
            <a:avLst/>
          </a:prstGeom>
          <a:noFill/>
          <a:ln w="28575">
            <a:solidFill>
              <a:srgbClr val="128474"/>
            </a:solidFill>
            <a:prstDash val="solid"/>
            <a:tailEnd type="triangle"/>
          </a:ln>
        </p:spPr>
      </p:sp>
      <p:sp>
        <p:nvSpPr>
          <p:cNvPr id="10" name="Shape 8"/>
          <p:cNvSpPr/>
          <p:nvPr/>
        </p:nvSpPr>
        <p:spPr>
          <a:xfrm>
            <a:off x="3072384" y="1371600"/>
            <a:ext cx="1005840" cy="777240"/>
          </a:xfrm>
          <a:prstGeom prst="roundRect">
            <a:avLst>
              <a:gd name="adj" fmla="val 8235"/>
            </a:avLst>
          </a:prstGeom>
          <a:solidFill>
            <a:srgbClr val="E1F1F8"/>
          </a:solidFill>
          <a:ln/>
          <a:effectLst>
            <a:outerShdw sx="100000" sy="100000" kx="0" ky="0" algn="bl" rotWithShape="0" blurRad="88900" dist="25400" dir="2700000">
              <a:srgbClr val="000000">
                <a:alpha val="14000"/>
              </a:srgbClr>
            </a:outerShdw>
          </a:effectLst>
        </p:spPr>
      </p:sp>
      <p:sp>
        <p:nvSpPr>
          <p:cNvPr id="11" name="Text 9"/>
          <p:cNvSpPr/>
          <p:nvPr/>
        </p:nvSpPr>
        <p:spPr>
          <a:xfrm>
            <a:off x="3090672" y="1371600"/>
            <a:ext cx="969264" cy="777240"/>
          </a:xfrm>
          <a:prstGeom prst="rect">
            <a:avLst/>
          </a:prstGeom>
          <a:noFill/>
          <a:ln/>
        </p:spPr>
        <p:txBody>
          <a:bodyPr wrap="square" lIns="0" tIns="0" rIns="0" bIns="0" rtlCol="0" anchor="ctr"/>
          <a:lstStyle/>
          <a:p>
            <a:pPr algn="ctr" indent="0" marL="0">
              <a:buNone/>
            </a:pPr>
            <a:r>
              <a:rPr lang="en-US" sz="1100" b="1" dirty="0">
                <a:solidFill>
                  <a:srgbClr val="1790D0"/>
                </a:solidFill>
                <a:latin typeface="Arial" pitchFamily="34" charset="0"/>
                <a:ea typeface="Arial" pitchFamily="34" charset="-122"/>
                <a:cs typeface="Arial" pitchFamily="34" charset="-120"/>
              </a:rPr>
              <a:t>ARS</a:t>
            </a:r>
            <a:endParaRPr lang="en-US" sz="1100" dirty="0"/>
          </a:p>
          <a:p>
            <a:pPr algn="ctr" indent="0" marL="0">
              <a:buNone/>
            </a:pPr>
            <a:r>
              <a:rPr lang="en-US" sz="900" dirty="0">
                <a:solidFill>
                  <a:srgbClr val="1790D0"/>
                </a:solidFill>
                <a:latin typeface="Arial" pitchFamily="34" charset="0"/>
                <a:ea typeface="Arial" pitchFamily="34" charset="-122"/>
                <a:cs typeface="Arial" pitchFamily="34" charset="-120"/>
              </a:rPr>
              <a:t>JSON</a:t>
            </a:r>
            <a:endParaRPr lang="en-US" sz="1100" dirty="0"/>
          </a:p>
        </p:txBody>
      </p:sp>
      <p:sp>
        <p:nvSpPr>
          <p:cNvPr id="12" name="Shape 10"/>
          <p:cNvSpPr/>
          <p:nvPr/>
        </p:nvSpPr>
        <p:spPr>
          <a:xfrm>
            <a:off x="4114800" y="1760220"/>
            <a:ext cx="45720" cy="0"/>
          </a:xfrm>
          <a:prstGeom prst="line">
            <a:avLst/>
          </a:prstGeom>
          <a:noFill/>
          <a:ln w="28575">
            <a:solidFill>
              <a:srgbClr val="128474"/>
            </a:solidFill>
            <a:prstDash val="solid"/>
            <a:tailEnd type="triangle"/>
          </a:ln>
        </p:spPr>
      </p:sp>
      <p:sp>
        <p:nvSpPr>
          <p:cNvPr id="13" name="Shape 11"/>
          <p:cNvSpPr/>
          <p:nvPr/>
        </p:nvSpPr>
        <p:spPr>
          <a:xfrm>
            <a:off x="4197096" y="1371600"/>
            <a:ext cx="1508760" cy="777240"/>
          </a:xfrm>
          <a:prstGeom prst="roundRect">
            <a:avLst>
              <a:gd name="adj" fmla="val 8235"/>
            </a:avLst>
          </a:prstGeom>
          <a:solidFill>
            <a:srgbClr val="E4F2F4"/>
          </a:solidFill>
          <a:ln/>
          <a:effectLst>
            <a:outerShdw sx="100000" sy="100000" kx="0" ky="0" algn="bl" rotWithShape="0" blurRad="88900" dist="25400" dir="2700000">
              <a:srgbClr val="000000">
                <a:alpha val="14000"/>
              </a:srgbClr>
            </a:outerShdw>
          </a:effectLst>
        </p:spPr>
      </p:sp>
      <p:sp>
        <p:nvSpPr>
          <p:cNvPr id="14" name="Text 12"/>
          <p:cNvSpPr/>
          <p:nvPr/>
        </p:nvSpPr>
        <p:spPr>
          <a:xfrm>
            <a:off x="4215384" y="1371600"/>
            <a:ext cx="1472184" cy="777240"/>
          </a:xfrm>
          <a:prstGeom prst="rect">
            <a:avLst/>
          </a:prstGeom>
          <a:noFill/>
          <a:ln/>
        </p:spPr>
        <p:txBody>
          <a:bodyPr wrap="square" lIns="0" tIns="0" rIns="0" bIns="0" rtlCol="0" anchor="ctr"/>
          <a:lstStyle/>
          <a:p>
            <a:pPr algn="ctr" indent="0" marL="0">
              <a:buNone/>
            </a:pPr>
            <a:r>
              <a:rPr lang="en-US" sz="1100" b="1" dirty="0">
                <a:solidFill>
                  <a:srgbClr val="128474"/>
                </a:solidFill>
                <a:latin typeface="Courier New" pitchFamily="34" charset="0"/>
                <a:ea typeface="Courier New" pitchFamily="34" charset="-122"/>
                <a:cs typeface="Courier New" pitchFamily="34" charset="-120"/>
              </a:rPr>
              <a:t>{siera}</a:t>
            </a:r>
            <a:endParaRPr lang="en-US" sz="1100" dirty="0"/>
          </a:p>
          <a:p>
            <a:pPr algn="ctr" indent="0" marL="0">
              <a:buNone/>
            </a:pPr>
            <a:r>
              <a:rPr lang="en-US" sz="900" dirty="0">
                <a:solidFill>
                  <a:srgbClr val="128474"/>
                </a:solidFill>
                <a:latin typeface="Arial" pitchFamily="34" charset="0"/>
                <a:ea typeface="Arial" pitchFamily="34" charset="-122"/>
                <a:cs typeface="Arial" pitchFamily="34" charset="-120"/>
              </a:rPr>
              <a:t>generates R scripts</a:t>
            </a:r>
            <a:endParaRPr lang="en-US" sz="1100" dirty="0"/>
          </a:p>
        </p:txBody>
      </p:sp>
      <p:sp>
        <p:nvSpPr>
          <p:cNvPr id="15" name="Shape 13"/>
          <p:cNvSpPr/>
          <p:nvPr/>
        </p:nvSpPr>
        <p:spPr>
          <a:xfrm>
            <a:off x="5742432" y="1760220"/>
            <a:ext cx="45720" cy="0"/>
          </a:xfrm>
          <a:prstGeom prst="line">
            <a:avLst/>
          </a:prstGeom>
          <a:noFill/>
          <a:ln w="28575">
            <a:solidFill>
              <a:srgbClr val="128474"/>
            </a:solidFill>
            <a:prstDash val="solid"/>
            <a:tailEnd type="triangle"/>
          </a:ln>
        </p:spPr>
      </p:sp>
      <p:sp>
        <p:nvSpPr>
          <p:cNvPr id="16" name="Shape 14"/>
          <p:cNvSpPr/>
          <p:nvPr/>
        </p:nvSpPr>
        <p:spPr>
          <a:xfrm>
            <a:off x="5824728" y="1371600"/>
            <a:ext cx="1371600" cy="777240"/>
          </a:xfrm>
          <a:prstGeom prst="roundRect">
            <a:avLst>
              <a:gd name="adj" fmla="val 8235"/>
            </a:avLst>
          </a:prstGeom>
          <a:solidFill>
            <a:srgbClr val="EEF4D6"/>
          </a:solidFill>
          <a:ln/>
          <a:effectLst>
            <a:outerShdw sx="100000" sy="100000" kx="0" ky="0" algn="bl" rotWithShape="0" blurRad="88900" dist="25400" dir="2700000">
              <a:srgbClr val="000000">
                <a:alpha val="14000"/>
              </a:srgbClr>
            </a:outerShdw>
          </a:effectLst>
        </p:spPr>
      </p:sp>
      <p:sp>
        <p:nvSpPr>
          <p:cNvPr id="17" name="Text 15"/>
          <p:cNvSpPr/>
          <p:nvPr/>
        </p:nvSpPr>
        <p:spPr>
          <a:xfrm>
            <a:off x="5843016" y="1371600"/>
            <a:ext cx="1335024" cy="777240"/>
          </a:xfrm>
          <a:prstGeom prst="rect">
            <a:avLst/>
          </a:prstGeom>
          <a:noFill/>
          <a:ln/>
        </p:spPr>
        <p:txBody>
          <a:bodyPr wrap="square" lIns="0" tIns="0" rIns="0" bIns="0" rtlCol="0" anchor="ctr"/>
          <a:lstStyle/>
          <a:p>
            <a:pPr algn="ctr" indent="0" marL="0">
              <a:buNone/>
            </a:pPr>
            <a:r>
              <a:rPr lang="en-US" sz="1100" b="1" dirty="0">
                <a:solidFill>
                  <a:srgbClr val="128474"/>
                </a:solidFill>
                <a:latin typeface="Courier New" pitchFamily="34" charset="0"/>
                <a:ea typeface="Courier New" pitchFamily="34" charset="-122"/>
                <a:cs typeface="Courier New" pitchFamily="34" charset="-120"/>
              </a:rPr>
              <a:t>{cards}</a:t>
            </a:r>
            <a:endParaRPr lang="en-US" sz="1100" dirty="0"/>
          </a:p>
          <a:p>
            <a:pPr algn="ctr" indent="0" marL="0">
              <a:buNone/>
            </a:pPr>
            <a:r>
              <a:rPr lang="en-US" sz="900" dirty="0">
                <a:solidFill>
                  <a:srgbClr val="128474"/>
                </a:solidFill>
                <a:latin typeface="Arial" pitchFamily="34" charset="0"/>
                <a:ea typeface="Arial" pitchFamily="34" charset="-122"/>
                <a:cs typeface="Arial" pitchFamily="34" charset="-120"/>
              </a:rPr>
              <a:t>computes ARD</a:t>
            </a:r>
            <a:endParaRPr lang="en-US" sz="1100" dirty="0"/>
          </a:p>
        </p:txBody>
      </p:sp>
      <p:sp>
        <p:nvSpPr>
          <p:cNvPr id="18" name="Shape 16"/>
          <p:cNvSpPr/>
          <p:nvPr/>
        </p:nvSpPr>
        <p:spPr>
          <a:xfrm>
            <a:off x="7232904" y="1760220"/>
            <a:ext cx="45720" cy="0"/>
          </a:xfrm>
          <a:prstGeom prst="line">
            <a:avLst/>
          </a:prstGeom>
          <a:noFill/>
          <a:ln w="28575">
            <a:solidFill>
              <a:srgbClr val="128474"/>
            </a:solidFill>
            <a:prstDash val="solid"/>
            <a:tailEnd type="triangle"/>
          </a:ln>
        </p:spPr>
      </p:sp>
      <p:sp>
        <p:nvSpPr>
          <p:cNvPr id="19" name="Shape 17"/>
          <p:cNvSpPr/>
          <p:nvPr/>
        </p:nvSpPr>
        <p:spPr>
          <a:xfrm>
            <a:off x="7315200" y="1371600"/>
            <a:ext cx="1371600" cy="777240"/>
          </a:xfrm>
          <a:prstGeom prst="roundRect">
            <a:avLst>
              <a:gd name="adj" fmla="val 8235"/>
            </a:avLst>
          </a:prstGeom>
          <a:solidFill>
            <a:srgbClr val="F2F3ED"/>
          </a:solidFill>
          <a:ln/>
          <a:effectLst>
            <a:outerShdw sx="100000" sy="100000" kx="0" ky="0" algn="bl" rotWithShape="0" blurRad="88900" dist="25400" dir="2700000">
              <a:srgbClr val="000000">
                <a:alpha val="14000"/>
              </a:srgbClr>
            </a:outerShdw>
          </a:effectLst>
        </p:spPr>
      </p:sp>
      <p:sp>
        <p:nvSpPr>
          <p:cNvPr id="20" name="Text 18"/>
          <p:cNvSpPr/>
          <p:nvPr/>
        </p:nvSpPr>
        <p:spPr>
          <a:xfrm>
            <a:off x="7333488" y="1371600"/>
            <a:ext cx="1335024" cy="777240"/>
          </a:xfrm>
          <a:prstGeom prst="rect">
            <a:avLst/>
          </a:prstGeom>
          <a:noFill/>
          <a:ln/>
        </p:spPr>
        <p:txBody>
          <a:bodyPr wrap="square" lIns="0" tIns="0" rIns="0" bIns="0" rtlCol="0" anchor="ctr"/>
          <a:lstStyle/>
          <a:p>
            <a:pPr algn="ctr" indent="0" marL="0">
              <a:buNone/>
            </a:pPr>
            <a:r>
              <a:rPr lang="en-US" sz="1100" b="1" dirty="0">
                <a:solidFill>
                  <a:srgbClr val="575756"/>
                </a:solidFill>
                <a:latin typeface="Arial" pitchFamily="34" charset="0"/>
                <a:ea typeface="Arial" pitchFamily="34" charset="-122"/>
                <a:cs typeface="Arial" pitchFamily="34" charset="-120"/>
              </a:rPr>
              <a:t>Tables</a:t>
            </a:r>
            <a:endParaRPr lang="en-US" sz="1100" dirty="0"/>
          </a:p>
          <a:p>
            <a:pPr algn="ctr" indent="0" marL="0">
              <a:buNone/>
            </a:pPr>
            <a:r>
              <a:rPr lang="en-US" sz="900" dirty="0">
                <a:solidFill>
                  <a:srgbClr val="575756"/>
                </a:solidFill>
                <a:latin typeface="Arial" pitchFamily="34" charset="0"/>
                <a:ea typeface="Arial" pitchFamily="34" charset="-122"/>
                <a:cs typeface="Arial" pitchFamily="34" charset="-120"/>
              </a:rPr>
              <a:t>Listings · Figures</a:t>
            </a:r>
            <a:endParaRPr lang="en-US" sz="1100" dirty="0"/>
          </a:p>
        </p:txBody>
      </p:sp>
      <p:sp>
        <p:nvSpPr>
          <p:cNvPr id="21" name="Shape 19"/>
          <p:cNvSpPr/>
          <p:nvPr/>
        </p:nvSpPr>
        <p:spPr>
          <a:xfrm>
            <a:off x="457200" y="2514600"/>
            <a:ext cx="3977640" cy="1417320"/>
          </a:xfrm>
          <a:prstGeom prst="roundRect">
            <a:avLst>
              <a:gd name="adj" fmla="val 5806"/>
            </a:avLst>
          </a:prstGeom>
          <a:solidFill>
            <a:srgbClr val="F2F3ED"/>
          </a:solidFill>
          <a:ln/>
        </p:spPr>
      </p:sp>
      <p:sp>
        <p:nvSpPr>
          <p:cNvPr id="22" name="Text 20"/>
          <p:cNvSpPr/>
          <p:nvPr/>
        </p:nvSpPr>
        <p:spPr>
          <a:xfrm>
            <a:off x="658368" y="2642616"/>
            <a:ext cx="3566160" cy="292608"/>
          </a:xfrm>
          <a:prstGeom prst="rect">
            <a:avLst/>
          </a:prstGeom>
          <a:noFill/>
          <a:ln/>
        </p:spPr>
        <p:txBody>
          <a:bodyPr wrap="square" lIns="0" tIns="0" rIns="0" bIns="0" rtlCol="0" anchor="ctr"/>
          <a:lstStyle/>
          <a:p>
            <a:pPr indent="0" marL="0">
              <a:buNone/>
            </a:pPr>
            <a:r>
              <a:rPr lang="en-US" sz="1300" b="1" dirty="0">
                <a:solidFill>
                  <a:srgbClr val="128474"/>
                </a:solidFill>
                <a:latin typeface="Courier New" pitchFamily="34" charset="0"/>
                <a:ea typeface="Courier New" pitchFamily="34" charset="-122"/>
                <a:cs typeface="Courier New" pitchFamily="34" charset="-120"/>
              </a:rPr>
              <a:t>{siera}</a:t>
            </a:r>
            <a:pPr indent="0" marL="0">
              <a:buNone/>
            </a:pPr>
            <a:r>
              <a:rPr lang="en-US" sz="1300" b="1" dirty="0">
                <a:solidFill>
                  <a:srgbClr val="004750"/>
                </a:solidFill>
                <a:latin typeface="Arial" pitchFamily="34" charset="0"/>
                <a:ea typeface="Arial" pitchFamily="34" charset="-122"/>
                <a:cs typeface="Arial" pitchFamily="34" charset="-120"/>
              </a:rPr>
              <a:t>  —  spec → programs</a:t>
            </a:r>
            <a:endParaRPr lang="en-US" sz="1300" dirty="0"/>
          </a:p>
        </p:txBody>
      </p:sp>
      <p:sp>
        <p:nvSpPr>
          <p:cNvPr id="23" name="Text 21"/>
          <p:cNvSpPr/>
          <p:nvPr/>
        </p:nvSpPr>
        <p:spPr>
          <a:xfrm>
            <a:off x="658368" y="2971800"/>
            <a:ext cx="3566160" cy="868680"/>
          </a:xfrm>
          <a:prstGeom prst="rect">
            <a:avLst/>
          </a:prstGeom>
          <a:noFill/>
          <a:ln/>
        </p:spPr>
        <p:txBody>
          <a:bodyPr wrap="square" lIns="0" tIns="0" rIns="0" bIns="0" rtlCol="0" anchor="ctr"/>
          <a:lstStyle/>
          <a:p>
            <a:pPr indent="0" marL="0">
              <a:buNone/>
            </a:pPr>
            <a:r>
              <a:rPr lang="en-US" sz="1100" dirty="0">
                <a:solidFill>
                  <a:srgbClr val="575756"/>
                </a:solidFill>
                <a:latin typeface="Arial" pitchFamily="34" charset="0"/>
                <a:ea typeface="Arial" pitchFamily="34" charset="-122"/>
                <a:cs typeface="Arial" pitchFamily="34" charset="-120"/>
              </a:rPr>
              <a:t>Reads ARS metadata (JSON or xlsx) and auto-generates one R program per defined output — run against ADaM to produce ARDs.</a:t>
            </a:r>
            <a:endParaRPr lang="en-US" sz="1100" dirty="0"/>
          </a:p>
        </p:txBody>
      </p:sp>
      <p:sp>
        <p:nvSpPr>
          <p:cNvPr id="24" name="Shape 22"/>
          <p:cNvSpPr/>
          <p:nvPr/>
        </p:nvSpPr>
        <p:spPr>
          <a:xfrm>
            <a:off x="4709160" y="2514600"/>
            <a:ext cx="3977640" cy="1417320"/>
          </a:xfrm>
          <a:prstGeom prst="roundRect">
            <a:avLst>
              <a:gd name="adj" fmla="val 5806"/>
            </a:avLst>
          </a:prstGeom>
          <a:solidFill>
            <a:srgbClr val="F2F3ED"/>
          </a:solidFill>
          <a:ln/>
        </p:spPr>
      </p:sp>
      <p:sp>
        <p:nvSpPr>
          <p:cNvPr id="25" name="Text 23"/>
          <p:cNvSpPr/>
          <p:nvPr/>
        </p:nvSpPr>
        <p:spPr>
          <a:xfrm>
            <a:off x="4910328" y="2642616"/>
            <a:ext cx="3566160" cy="292608"/>
          </a:xfrm>
          <a:prstGeom prst="rect">
            <a:avLst/>
          </a:prstGeom>
          <a:noFill/>
          <a:ln/>
        </p:spPr>
        <p:txBody>
          <a:bodyPr wrap="square" lIns="0" tIns="0" rIns="0" bIns="0" rtlCol="0" anchor="ctr"/>
          <a:lstStyle/>
          <a:p>
            <a:pPr indent="0" marL="0">
              <a:buNone/>
            </a:pPr>
            <a:r>
              <a:rPr lang="en-US" sz="1300" b="1" dirty="0">
                <a:solidFill>
                  <a:srgbClr val="128474"/>
                </a:solidFill>
                <a:latin typeface="Courier New" pitchFamily="34" charset="0"/>
                <a:ea typeface="Courier New" pitchFamily="34" charset="-122"/>
                <a:cs typeface="Courier New" pitchFamily="34" charset="-120"/>
              </a:rPr>
              <a:t>{cards}</a:t>
            </a:r>
            <a:pPr indent="0" marL="0">
              <a:buNone/>
            </a:pPr>
            <a:r>
              <a:rPr lang="en-US" sz="1300" b="1" dirty="0">
                <a:solidFill>
                  <a:srgbClr val="004750"/>
                </a:solidFill>
                <a:latin typeface="Arial" pitchFamily="34" charset="0"/>
                <a:ea typeface="Arial" pitchFamily="34" charset="-122"/>
                <a:cs typeface="Arial" pitchFamily="34" charset="-120"/>
              </a:rPr>
              <a:t>  —  data → results</a:t>
            </a:r>
            <a:endParaRPr lang="en-US" sz="1300" dirty="0"/>
          </a:p>
        </p:txBody>
      </p:sp>
      <p:sp>
        <p:nvSpPr>
          <p:cNvPr id="26" name="Text 24"/>
          <p:cNvSpPr/>
          <p:nvPr/>
        </p:nvSpPr>
        <p:spPr>
          <a:xfrm>
            <a:off x="4910328" y="2971800"/>
            <a:ext cx="3566160" cy="868680"/>
          </a:xfrm>
          <a:prstGeom prst="rect">
            <a:avLst/>
          </a:prstGeom>
          <a:noFill/>
          <a:ln/>
        </p:spPr>
        <p:txBody>
          <a:bodyPr wrap="square" lIns="0" tIns="0" rIns="0" bIns="0" rtlCol="0" anchor="ctr"/>
          <a:lstStyle/>
          <a:p>
            <a:pPr indent="0" marL="0">
              <a:buNone/>
            </a:pPr>
            <a:r>
              <a:rPr lang="en-US" sz="1100" dirty="0">
                <a:solidFill>
                  <a:srgbClr val="575756"/>
                </a:solidFill>
                <a:latin typeface="Arial" pitchFamily="34" charset="0"/>
                <a:ea typeface="Arial" pitchFamily="34" charset="-122"/>
                <a:cs typeface="Arial" pitchFamily="34" charset="-120"/>
              </a:rPr>
              <a:t>CDISC-aligned ARD engine: ard_continuous(), ard_categorical() and friends produce one structured record per computed value.</a:t>
            </a:r>
            <a:endParaRPr lang="en-US" sz="1100" dirty="0"/>
          </a:p>
        </p:txBody>
      </p:sp>
      <p:sp>
        <p:nvSpPr>
          <p:cNvPr id="27" name="Shape 25"/>
          <p:cNvSpPr/>
          <p:nvPr/>
        </p:nvSpPr>
        <p:spPr>
          <a:xfrm>
            <a:off x="457200" y="4160520"/>
            <a:ext cx="8229600" cy="713232"/>
          </a:xfrm>
          <a:prstGeom prst="roundRect">
            <a:avLst>
              <a:gd name="adj" fmla="val 10256"/>
            </a:avLst>
          </a:prstGeom>
          <a:solidFill>
            <a:srgbClr val="004750"/>
          </a:solidFill>
          <a:ln/>
        </p:spPr>
      </p:sp>
      <p:sp>
        <p:nvSpPr>
          <p:cNvPr id="28" name="Text 26"/>
          <p:cNvSpPr/>
          <p:nvPr/>
        </p:nvSpPr>
        <p:spPr>
          <a:xfrm>
            <a:off x="658368" y="4187952"/>
            <a:ext cx="7863840" cy="658368"/>
          </a:xfrm>
          <a:prstGeom prst="rect">
            <a:avLst/>
          </a:prstGeom>
          <a:noFill/>
          <a:ln/>
        </p:spPr>
        <p:txBody>
          <a:bodyPr wrap="square" lIns="0" tIns="0" rIns="0" bIns="0" rtlCol="0" anchor="ctr"/>
          <a:lstStyle/>
          <a:p>
            <a:pPr indent="0" marL="0">
              <a:buNone/>
            </a:pPr>
            <a:r>
              <a:rPr lang="en-US" sz="1200" b="1" dirty="0">
                <a:solidFill>
                  <a:srgbClr val="60C3D6"/>
                </a:solidFill>
                <a:latin typeface="Arial" pitchFamily="34" charset="0"/>
                <a:ea typeface="Arial" pitchFamily="34" charset="-122"/>
                <a:cs typeface="Arial" pitchFamily="34" charset="-120"/>
              </a:rPr>
              <a:t>Strategic point:  </a:t>
            </a:r>
            <a:pPr indent="0" marL="0">
              <a:buNone/>
            </a:pPr>
            <a:r>
              <a:rPr lang="en-US" sz="1200" dirty="0">
                <a:solidFill>
                  <a:srgbClr val="D9DAD6"/>
                </a:solidFill>
                <a:latin typeface="Arial" pitchFamily="34" charset="0"/>
                <a:ea typeface="Arial" pitchFamily="34" charset="-122"/>
                <a:cs typeface="Arial" pitchFamily="34" charset="-120"/>
              </a:rPr>
              <a:t>ARS provides the standardized specification; R tools execute and render against it. When the metadata is comprehensive, a substantial share of TLF programming can be generated.</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04750"/>
        </a:solidFill>
      </p:bgPr>
    </p:bg>
    <p:spTree>
      <p:nvGrpSpPr>
        <p:cNvPr id="1" name=""/>
        <p:cNvGrpSpPr/>
        <p:nvPr/>
      </p:nvGrpSpPr>
      <p:grpSpPr>
        <a:xfrm>
          <a:off x="0" y="0"/>
          <a:ext cx="0" cy="0"/>
          <a:chOff x="0" y="0"/>
          <a:chExt cx="0" cy="0"/>
        </a:xfrm>
      </p:grpSpPr>
      <p:sp>
        <p:nvSpPr>
          <p:cNvPr id="900" name="BrandBar"/>
          <p:cNvSpPr/>
          <p:nvPr/>
        </p:nvSpPr>
        <p:spPr>
          <a:xfrm>
            <a:off x="0" y="0"/>
            <a:ext cx="9144000" cy="777240"/>
          </a:xfrm>
          <a:prstGeom prst="rect">
            <a:avLst/>
          </a:prstGeom>
          <a:solidFill>
            <a:srgbClr val="128474"/>
          </a:solidFill>
          <a:ln>
            <a:noFill/>
          </a:ln>
        </p:spPr>
        <p:txBody>
          <a:bodyPr/>
          <a:lstStyle/>
          <a:p/>
        </p:txBody>
      </p:sp>
      <p:sp>
        <p:nvSpPr>
          <p:cNvPr id="901" name="BrandAccent"/>
          <p:cNvSpPr/>
          <p:nvPr/>
        </p:nvSpPr>
        <p:spPr>
          <a:xfrm>
            <a:off x="0" y="777240"/>
            <a:ext cx="9144000" cy="36576"/>
          </a:xfrm>
          <a:prstGeom prst="rect">
            <a:avLst/>
          </a:prstGeom>
          <a:solidFill>
            <a:srgbClr val="94D60A"/>
          </a:solidFill>
          <a:ln>
            <a:noFill/>
          </a:ln>
        </p:spPr>
        <p:txBody>
          <a:bodyPr/>
          <a:lstStyle/>
          <a:p/>
        </p:txBody>
      </p:sp>
      <p:sp>
        <p:nvSpPr>
          <p:cNvPr id="2" name="Text 0"/>
          <p:cNvSpPr/>
          <p:nvPr/>
        </p:nvSpPr>
        <p:spPr>
          <a:xfrm>
            <a:off x="457200" y="82296"/>
            <a:ext cx="8229600" cy="274320"/>
          </a:xfrm>
          <a:prstGeom prst="rect">
            <a:avLst/>
          </a:prstGeom>
          <a:noFill/>
          <a:ln/>
        </p:spPr>
        <p:txBody>
          <a:bodyPr wrap="square" lIns="0" tIns="0" rIns="0" bIns="0" rtlCol="0" anchor="ctr"/>
          <a:lstStyle/>
          <a:p>
            <a:pPr indent="0" marL="0">
              <a:buNone/>
            </a:pPr>
            <a:r>
              <a:rPr sz="1100" lang="en-US" b="1" spc="300" kern="0" dirty="0">
                <a:solidFill>
                  <a:srgbClr val="FFFFFF"/>
                </a:solidFill>
                <a:latin typeface="Arial" pitchFamily="34" charset="0"/>
                <a:ea typeface="Arial" pitchFamily="34" charset="-122"/>
                <a:cs typeface="Arial" pitchFamily="34" charset="-120"/>
              </a:rPr>
              <a:t>PUTTING IT TOGETHER</a:t>
            </a:r>
            <a:endParaRPr sz="1100" lang="en-US" dirty="0"/>
          </a:p>
        </p:txBody>
      </p:sp>
      <p:sp>
        <p:nvSpPr>
          <p:cNvPr id="3" name="Text 1"/>
          <p:cNvSpPr/>
          <p:nvPr/>
        </p:nvSpPr>
        <p:spPr>
          <a:xfrm>
            <a:off x="457200" y="297180"/>
            <a:ext cx="8412480" cy="566928"/>
          </a:xfrm>
          <a:prstGeom prst="rect">
            <a:avLst/>
          </a:prstGeom>
          <a:noFill/>
          <a:ln/>
        </p:spPr>
        <p:txBody>
          <a:bodyPr wrap="square" lIns="0" tIns="0" rIns="0" bIns="0" rtlCol="0" anchor="ctr"/>
          <a:lstStyle/>
          <a:p>
            <a:pPr indent="0" marL="0">
              <a:buNone/>
            </a:pPr>
            <a:r>
              <a:rPr sz="2400" lang="en-US" b="1" dirty="0">
                <a:solidFill>
                  <a:srgbClr val="FFFFFF"/>
                </a:solidFill>
                <a:latin typeface="Arial" pitchFamily="34" charset="0"/>
                <a:ea typeface="Arial" pitchFamily="34" charset="-122"/>
                <a:cs typeface="Arial" pitchFamily="34" charset="-120"/>
              </a:rPr>
              <a:t>The End-to-End Future-State Workflow</a:t>
            </a:r>
            <a:endParaRPr sz="2400" lang="en-US" dirty="0"/>
          </a:p>
        </p:txBody>
      </p:sp>
      <p:sp>
        <p:nvSpPr>
          <p:cNvPr id="4" name="Shape 2"/>
          <p:cNvSpPr/>
          <p:nvPr/>
        </p:nvSpPr>
        <p:spPr>
          <a:xfrm>
            <a:off x="457200" y="1417320"/>
            <a:ext cx="1874520" cy="914400"/>
          </a:xfrm>
          <a:prstGeom prst="roundRect">
            <a:avLst>
              <a:gd name="adj" fmla="val 8000"/>
            </a:avLst>
          </a:prstGeom>
          <a:solidFill>
            <a:srgbClr val="575756"/>
          </a:solidFill>
          <a:ln w="12700">
            <a:solidFill>
              <a:srgbClr val="575756"/>
            </a:solidFill>
            <a:prstDash val="solid"/>
          </a:ln>
        </p:spPr>
      </p:sp>
      <p:sp>
        <p:nvSpPr>
          <p:cNvPr id="5" name="Text 3"/>
          <p:cNvSpPr/>
          <p:nvPr/>
        </p:nvSpPr>
        <p:spPr>
          <a:xfrm>
            <a:off x="502920" y="1490472"/>
            <a:ext cx="1783080" cy="502920"/>
          </a:xfrm>
          <a:prstGeom prst="rect">
            <a:avLst/>
          </a:prstGeom>
          <a:noFill/>
          <a:ln/>
        </p:spPr>
        <p:txBody>
          <a:bodyPr wrap="square" lIns="0" tIns="0" rIns="0" bIns="0" rtlCol="0" anchor="ctr"/>
          <a:lstStyle/>
          <a:p>
            <a:pPr algn="ctr" indent="0" marL="0">
              <a:buNone/>
            </a:pPr>
            <a:r>
              <a:rPr lang="en-US" sz="1100" b="1" dirty="0">
                <a:solidFill>
                  <a:srgbClr val="6A696D"/>
                </a:solidFill>
                <a:latin typeface="Arial" pitchFamily="34" charset="0"/>
                <a:ea typeface="Arial" pitchFamily="34" charset="-122"/>
                <a:cs typeface="Arial" pitchFamily="34" charset="-120"/>
              </a:rPr>
              <a:t>Reporting</a:t>
            </a:r>
            <a:endParaRPr lang="en-US" sz="1100" dirty="0"/>
          </a:p>
          <a:p>
            <a:pPr algn="ctr" indent="0" marL="0">
              <a:buNone/>
            </a:pPr>
            <a:r>
              <a:rPr lang="en-US" sz="1100" b="1" dirty="0">
                <a:solidFill>
                  <a:srgbClr val="6A696D"/>
                </a:solidFill>
                <a:latin typeface="Arial" pitchFamily="34" charset="0"/>
                <a:ea typeface="Arial" pitchFamily="34" charset="-122"/>
                <a:cs typeface="Arial" pitchFamily="34" charset="-120"/>
              </a:rPr>
              <a:t>requirements</a:t>
            </a:r>
            <a:endParaRPr lang="en-US" sz="1100" dirty="0"/>
          </a:p>
        </p:txBody>
      </p:sp>
      <p:sp>
        <p:nvSpPr>
          <p:cNvPr id="6" name="Text 4"/>
          <p:cNvSpPr/>
          <p:nvPr/>
        </p:nvSpPr>
        <p:spPr>
          <a:xfrm>
            <a:off x="502920" y="1984248"/>
            <a:ext cx="1783080" cy="274320"/>
          </a:xfrm>
          <a:prstGeom prst="rect">
            <a:avLst/>
          </a:prstGeom>
          <a:noFill/>
          <a:ln/>
        </p:spPr>
        <p:txBody>
          <a:bodyPr wrap="square" lIns="0" tIns="0" rIns="0" bIns="0" rtlCol="0" anchor="ctr"/>
          <a:lstStyle/>
          <a:p>
            <a:pPr algn="ctr" indent="0" marL="0">
              <a:buNone/>
            </a:pPr>
            <a:r>
              <a:rPr lang="en-US" sz="900" dirty="0">
                <a:solidFill>
                  <a:srgbClr val="6A696D"/>
                </a:solidFill>
                <a:latin typeface="Courier New" pitchFamily="34" charset="0"/>
                <a:ea typeface="Courier New" pitchFamily="34" charset="-122"/>
                <a:cs typeface="Courier New" pitchFamily="34" charset="-120"/>
              </a:rPr>
              <a:t>SAP · protocol</a:t>
            </a:r>
            <a:endParaRPr lang="en-US" sz="900" dirty="0"/>
          </a:p>
        </p:txBody>
      </p:sp>
      <p:sp>
        <p:nvSpPr>
          <p:cNvPr id="7" name="Shape 5"/>
          <p:cNvSpPr/>
          <p:nvPr/>
        </p:nvSpPr>
        <p:spPr>
          <a:xfrm>
            <a:off x="2377440" y="1874520"/>
            <a:ext cx="152400" cy="0"/>
          </a:xfrm>
          <a:prstGeom prst="line">
            <a:avLst/>
          </a:prstGeom>
          <a:noFill/>
          <a:ln w="25400">
            <a:solidFill>
              <a:srgbClr val="6A696D"/>
            </a:solidFill>
            <a:prstDash val="solid"/>
            <a:tailEnd type="triangle"/>
          </a:ln>
        </p:spPr>
      </p:sp>
      <p:sp>
        <p:nvSpPr>
          <p:cNvPr id="8" name="Shape 6"/>
          <p:cNvSpPr/>
          <p:nvPr/>
        </p:nvSpPr>
        <p:spPr>
          <a:xfrm>
            <a:off x="2575560" y="1417320"/>
            <a:ext cx="1874520" cy="914400"/>
          </a:xfrm>
          <a:prstGeom prst="roundRect">
            <a:avLst>
              <a:gd name="adj" fmla="val 8000"/>
            </a:avLst>
          </a:prstGeom>
          <a:solidFill>
            <a:srgbClr val="575756"/>
          </a:solidFill>
          <a:ln w="12700">
            <a:solidFill>
              <a:srgbClr val="575756"/>
            </a:solidFill>
            <a:prstDash val="solid"/>
          </a:ln>
        </p:spPr>
      </p:sp>
      <p:sp>
        <p:nvSpPr>
          <p:cNvPr id="9" name="Text 7"/>
          <p:cNvSpPr/>
          <p:nvPr/>
        </p:nvSpPr>
        <p:spPr>
          <a:xfrm>
            <a:off x="2621280" y="1490472"/>
            <a:ext cx="1783080" cy="502920"/>
          </a:xfrm>
          <a:prstGeom prst="rect">
            <a:avLst/>
          </a:prstGeom>
          <a:noFill/>
          <a:ln/>
        </p:spPr>
        <p:txBody>
          <a:bodyPr wrap="square" lIns="0" tIns="0" rIns="0" bIns="0" rtlCol="0" anchor="ctr"/>
          <a:lstStyle/>
          <a:p>
            <a:pPr algn="ctr" indent="0" marL="0">
              <a:buNone/>
            </a:pPr>
            <a:r>
              <a:rPr lang="en-US" sz="1100" b="1" dirty="0">
                <a:solidFill>
                  <a:srgbClr val="B79BCF"/>
                </a:solidFill>
                <a:latin typeface="Arial" pitchFamily="34" charset="0"/>
                <a:ea typeface="Arial" pitchFamily="34" charset="-122"/>
                <a:cs typeface="Arial" pitchFamily="34" charset="-120"/>
              </a:rPr>
              <a:t>Annotated</a:t>
            </a:r>
            <a:endParaRPr lang="en-US" sz="1100" dirty="0"/>
          </a:p>
          <a:p>
            <a:pPr algn="ctr" indent="0" marL="0">
              <a:buNone/>
            </a:pPr>
            <a:r>
              <a:rPr lang="en-US" sz="1100" b="1" dirty="0">
                <a:solidFill>
                  <a:srgbClr val="B79BCF"/>
                </a:solidFill>
                <a:latin typeface="Arial" pitchFamily="34" charset="0"/>
                <a:ea typeface="Arial" pitchFamily="34" charset="-122"/>
                <a:cs typeface="Arial" pitchFamily="34" charset="-120"/>
              </a:rPr>
              <a:t>Shell</a:t>
            </a:r>
            <a:endParaRPr lang="en-US" sz="1100" dirty="0"/>
          </a:p>
        </p:txBody>
      </p:sp>
      <p:sp>
        <p:nvSpPr>
          <p:cNvPr id="10" name="Text 8"/>
          <p:cNvSpPr/>
          <p:nvPr/>
        </p:nvSpPr>
        <p:spPr>
          <a:xfrm>
            <a:off x="2621280" y="1984248"/>
            <a:ext cx="1783080" cy="274320"/>
          </a:xfrm>
          <a:prstGeom prst="rect">
            <a:avLst/>
          </a:prstGeom>
          <a:noFill/>
          <a:ln/>
        </p:spPr>
        <p:txBody>
          <a:bodyPr wrap="square" lIns="0" tIns="0" rIns="0" bIns="0" rtlCol="0" anchor="ctr"/>
          <a:lstStyle/>
          <a:p>
            <a:pPr algn="ctr" indent="0" marL="0">
              <a:buNone/>
            </a:pPr>
            <a:r>
              <a:rPr lang="en-US" sz="900" dirty="0">
                <a:solidFill>
                  <a:srgbClr val="6A696D"/>
                </a:solidFill>
                <a:latin typeface="Courier New" pitchFamily="34" charset="0"/>
                <a:ea typeface="Courier New" pitchFamily="34" charset="-122"/>
                <a:cs typeface="Courier New" pitchFamily="34" charset="-120"/>
              </a:rPr>
              <a:t>reporting intent</a:t>
            </a:r>
            <a:endParaRPr lang="en-US" sz="900" dirty="0"/>
          </a:p>
        </p:txBody>
      </p:sp>
      <p:sp>
        <p:nvSpPr>
          <p:cNvPr id="11" name="Shape 9"/>
          <p:cNvSpPr/>
          <p:nvPr/>
        </p:nvSpPr>
        <p:spPr>
          <a:xfrm>
            <a:off x="4495800" y="1874520"/>
            <a:ext cx="152400" cy="0"/>
          </a:xfrm>
          <a:prstGeom prst="line">
            <a:avLst/>
          </a:prstGeom>
          <a:noFill/>
          <a:ln w="25400">
            <a:solidFill>
              <a:srgbClr val="6A696D"/>
            </a:solidFill>
            <a:prstDash val="solid"/>
            <a:tailEnd type="triangle"/>
          </a:ln>
        </p:spPr>
      </p:sp>
      <p:sp>
        <p:nvSpPr>
          <p:cNvPr id="12" name="Shape 10"/>
          <p:cNvSpPr/>
          <p:nvPr/>
        </p:nvSpPr>
        <p:spPr>
          <a:xfrm>
            <a:off x="4693920" y="1417320"/>
            <a:ext cx="1874520" cy="914400"/>
          </a:xfrm>
          <a:prstGeom prst="roundRect">
            <a:avLst>
              <a:gd name="adj" fmla="val 8000"/>
            </a:avLst>
          </a:prstGeom>
          <a:solidFill>
            <a:srgbClr val="575756"/>
          </a:solidFill>
          <a:ln w="12700">
            <a:solidFill>
              <a:srgbClr val="575756"/>
            </a:solidFill>
            <a:prstDash val="solid"/>
          </a:ln>
        </p:spPr>
      </p:sp>
      <p:sp>
        <p:nvSpPr>
          <p:cNvPr id="13" name="Text 11"/>
          <p:cNvSpPr/>
          <p:nvPr/>
        </p:nvSpPr>
        <p:spPr>
          <a:xfrm>
            <a:off x="4739640" y="1490472"/>
            <a:ext cx="1783080" cy="502920"/>
          </a:xfrm>
          <a:prstGeom prst="rect">
            <a:avLst/>
          </a:prstGeom>
          <a:noFill/>
          <a:ln/>
        </p:spPr>
        <p:txBody>
          <a:bodyPr wrap="square" lIns="0" tIns="0" rIns="0" bIns="0" rtlCol="0" anchor="ctr"/>
          <a:lstStyle/>
          <a:p>
            <a:pPr algn="ctr" indent="0" marL="0">
              <a:buNone/>
            </a:pPr>
            <a:r>
              <a:rPr lang="en-US" sz="1100" b="1" dirty="0">
                <a:solidFill>
                  <a:srgbClr val="60C3D6"/>
                </a:solidFill>
                <a:latin typeface="Arial" pitchFamily="34" charset="0"/>
                <a:ea typeface="Arial" pitchFamily="34" charset="-122"/>
                <a:cs typeface="Arial" pitchFamily="34" charset="-120"/>
              </a:rPr>
              <a:t>Structured authoring</a:t>
            </a:r>
            <a:endParaRPr lang="en-US" sz="1100" dirty="0"/>
          </a:p>
          <a:p>
            <a:pPr algn="ctr" indent="0" marL="0">
              <a:buNone/>
            </a:pPr>
            <a:r>
              <a:rPr lang="en-US" sz="1100" b="1" dirty="0">
                <a:solidFill>
                  <a:srgbClr val="60C3D6"/>
                </a:solidFill>
                <a:latin typeface="Arial" pitchFamily="34" charset="0"/>
                <a:ea typeface="Arial" pitchFamily="34" charset="-122"/>
                <a:cs typeface="Arial" pitchFamily="34" charset="-120"/>
              </a:rPr>
              <a:t>+ validation</a:t>
            </a:r>
            <a:endParaRPr lang="en-US" sz="1100" dirty="0"/>
          </a:p>
        </p:txBody>
      </p:sp>
      <p:sp>
        <p:nvSpPr>
          <p:cNvPr id="14" name="Text 12"/>
          <p:cNvSpPr/>
          <p:nvPr/>
        </p:nvSpPr>
        <p:spPr>
          <a:xfrm>
            <a:off x="4739640" y="1984248"/>
            <a:ext cx="1783080" cy="274320"/>
          </a:xfrm>
          <a:prstGeom prst="rect">
            <a:avLst/>
          </a:prstGeom>
          <a:noFill/>
          <a:ln/>
        </p:spPr>
        <p:txBody>
          <a:bodyPr wrap="square" lIns="0" tIns="0" rIns="0" bIns="0" rtlCol="0" anchor="ctr"/>
          <a:lstStyle/>
          <a:p>
            <a:pPr algn="ctr" indent="0" marL="0">
              <a:buNone/>
            </a:pPr>
            <a:r>
              <a:rPr lang="en-US" sz="900" dirty="0">
                <a:solidFill>
                  <a:srgbClr val="6A696D"/>
                </a:solidFill>
                <a:latin typeface="Courier New" pitchFamily="34" charset="0"/>
                <a:ea typeface="Courier New" pitchFamily="34" charset="-122"/>
                <a:cs typeface="Courier New" pitchFamily="34" charset="-120"/>
              </a:rPr>
              <a:t>{arsbridge}</a:t>
            </a:r>
            <a:endParaRPr lang="en-US" sz="900" dirty="0"/>
          </a:p>
        </p:txBody>
      </p:sp>
      <p:sp>
        <p:nvSpPr>
          <p:cNvPr id="15" name="Shape 13"/>
          <p:cNvSpPr/>
          <p:nvPr/>
        </p:nvSpPr>
        <p:spPr>
          <a:xfrm>
            <a:off x="6614160" y="1874520"/>
            <a:ext cx="152400" cy="0"/>
          </a:xfrm>
          <a:prstGeom prst="line">
            <a:avLst/>
          </a:prstGeom>
          <a:noFill/>
          <a:ln w="25400">
            <a:solidFill>
              <a:srgbClr val="6A696D"/>
            </a:solidFill>
            <a:prstDash val="solid"/>
            <a:tailEnd type="triangle"/>
          </a:ln>
        </p:spPr>
      </p:sp>
      <p:sp>
        <p:nvSpPr>
          <p:cNvPr id="16" name="Shape 14"/>
          <p:cNvSpPr/>
          <p:nvPr/>
        </p:nvSpPr>
        <p:spPr>
          <a:xfrm>
            <a:off x="6812280" y="1417320"/>
            <a:ext cx="1874520" cy="914400"/>
          </a:xfrm>
          <a:prstGeom prst="roundRect">
            <a:avLst>
              <a:gd name="adj" fmla="val 8000"/>
            </a:avLst>
          </a:prstGeom>
          <a:solidFill>
            <a:srgbClr val="575756"/>
          </a:solidFill>
          <a:ln w="12700">
            <a:solidFill>
              <a:srgbClr val="575756"/>
            </a:solidFill>
            <a:prstDash val="solid"/>
          </a:ln>
        </p:spPr>
      </p:sp>
      <p:sp>
        <p:nvSpPr>
          <p:cNvPr id="17" name="Text 15"/>
          <p:cNvSpPr/>
          <p:nvPr/>
        </p:nvSpPr>
        <p:spPr>
          <a:xfrm>
            <a:off x="6858000" y="1490472"/>
            <a:ext cx="1783080" cy="502920"/>
          </a:xfrm>
          <a:prstGeom prst="rect">
            <a:avLst/>
          </a:prstGeom>
          <a:noFill/>
          <a:ln/>
        </p:spPr>
        <p:txBody>
          <a:bodyPr wrap="square" lIns="0" tIns="0" rIns="0" bIns="0" rtlCol="0" anchor="ctr"/>
          <a:lstStyle/>
          <a:p>
            <a:pPr algn="ctr" indent="0" marL="0">
              <a:buNone/>
            </a:pPr>
            <a:r>
              <a:rPr lang="en-US" sz="1100" b="1" dirty="0">
                <a:solidFill>
                  <a:srgbClr val="60C3D6"/>
                </a:solidFill>
                <a:latin typeface="Arial" pitchFamily="34" charset="0"/>
                <a:ea typeface="Arial" pitchFamily="34" charset="-122"/>
                <a:cs typeface="Arial" pitchFamily="34" charset="-120"/>
              </a:rPr>
              <a:t>ARS</a:t>
            </a:r>
            <a:endParaRPr lang="en-US" sz="1100" dirty="0"/>
          </a:p>
          <a:p>
            <a:pPr algn="ctr" indent="0" marL="0">
              <a:buNone/>
            </a:pPr>
            <a:r>
              <a:rPr lang="en-US" sz="1100" b="1" dirty="0">
                <a:solidFill>
                  <a:srgbClr val="60C3D6"/>
                </a:solidFill>
                <a:latin typeface="Arial" pitchFamily="34" charset="0"/>
                <a:ea typeface="Arial" pitchFamily="34" charset="-122"/>
                <a:cs typeface="Arial" pitchFamily="34" charset="-120"/>
              </a:rPr>
              <a:t>JSON</a:t>
            </a:r>
            <a:endParaRPr lang="en-US" sz="1100" dirty="0"/>
          </a:p>
        </p:txBody>
      </p:sp>
      <p:sp>
        <p:nvSpPr>
          <p:cNvPr id="18" name="Text 16"/>
          <p:cNvSpPr/>
          <p:nvPr/>
        </p:nvSpPr>
        <p:spPr>
          <a:xfrm>
            <a:off x="6858000" y="1984248"/>
            <a:ext cx="1783080" cy="274320"/>
          </a:xfrm>
          <a:prstGeom prst="rect">
            <a:avLst/>
          </a:prstGeom>
          <a:noFill/>
          <a:ln/>
        </p:spPr>
        <p:txBody>
          <a:bodyPr wrap="square" lIns="0" tIns="0" rIns="0" bIns="0" rtlCol="0" anchor="ctr"/>
          <a:lstStyle/>
          <a:p>
            <a:pPr algn="ctr" indent="0" marL="0">
              <a:buNone/>
            </a:pPr>
            <a:r>
              <a:rPr lang="en-US" sz="900" dirty="0">
                <a:solidFill>
                  <a:srgbClr val="6A696D"/>
                </a:solidFill>
                <a:latin typeface="Courier New" pitchFamily="34" charset="0"/>
                <a:ea typeface="Courier New" pitchFamily="34" charset="-122"/>
                <a:cs typeface="Courier New" pitchFamily="34" charset="-120"/>
              </a:rPr>
              <a:t>the specification</a:t>
            </a:r>
            <a:endParaRPr lang="en-US" sz="900" dirty="0"/>
          </a:p>
        </p:txBody>
      </p:sp>
      <p:sp>
        <p:nvSpPr>
          <p:cNvPr id="19" name="Shape 17"/>
          <p:cNvSpPr/>
          <p:nvPr/>
        </p:nvSpPr>
        <p:spPr>
          <a:xfrm>
            <a:off x="7749540" y="2331720"/>
            <a:ext cx="0" cy="685800"/>
          </a:xfrm>
          <a:prstGeom prst="line">
            <a:avLst/>
          </a:prstGeom>
          <a:noFill/>
          <a:ln w="25400">
            <a:solidFill>
              <a:srgbClr val="6A696D"/>
            </a:solidFill>
            <a:prstDash val="solid"/>
            <a:tailEnd type="triangle"/>
          </a:ln>
        </p:spPr>
      </p:sp>
      <p:sp>
        <p:nvSpPr>
          <p:cNvPr id="20" name="Shape 18"/>
          <p:cNvSpPr/>
          <p:nvPr/>
        </p:nvSpPr>
        <p:spPr>
          <a:xfrm>
            <a:off x="6812280" y="3017520"/>
            <a:ext cx="1874520" cy="914400"/>
          </a:xfrm>
          <a:prstGeom prst="roundRect">
            <a:avLst>
              <a:gd name="adj" fmla="val 8000"/>
            </a:avLst>
          </a:prstGeom>
          <a:solidFill>
            <a:srgbClr val="575756"/>
          </a:solidFill>
          <a:ln w="12700">
            <a:solidFill>
              <a:srgbClr val="575756"/>
            </a:solidFill>
            <a:prstDash val="solid"/>
          </a:ln>
        </p:spPr>
      </p:sp>
      <p:sp>
        <p:nvSpPr>
          <p:cNvPr id="21" name="Text 19"/>
          <p:cNvSpPr/>
          <p:nvPr/>
        </p:nvSpPr>
        <p:spPr>
          <a:xfrm>
            <a:off x="6858000" y="3090672"/>
            <a:ext cx="1783080" cy="502920"/>
          </a:xfrm>
          <a:prstGeom prst="rect">
            <a:avLst/>
          </a:prstGeom>
          <a:noFill/>
          <a:ln/>
        </p:spPr>
        <p:txBody>
          <a:bodyPr wrap="square" lIns="0" tIns="0" rIns="0" bIns="0" rtlCol="0" anchor="ctr"/>
          <a:lstStyle/>
          <a:p>
            <a:pPr algn="ctr" indent="0" marL="0">
              <a:buNone/>
            </a:pPr>
            <a:r>
              <a:rPr lang="en-US" sz="1100" b="1" dirty="0">
                <a:solidFill>
                  <a:srgbClr val="60C3D6"/>
                </a:solidFill>
                <a:latin typeface="Arial" pitchFamily="34" charset="0"/>
                <a:ea typeface="Arial" pitchFamily="34" charset="-122"/>
                <a:cs typeface="Arial" pitchFamily="34" charset="-120"/>
              </a:rPr>
              <a:t>Metadata-driven</a:t>
            </a:r>
            <a:endParaRPr lang="en-US" sz="1100" dirty="0"/>
          </a:p>
          <a:p>
            <a:pPr algn="ctr" indent="0" marL="0">
              <a:buNone/>
            </a:pPr>
            <a:r>
              <a:rPr lang="en-US" sz="1100" b="1" dirty="0">
                <a:solidFill>
                  <a:srgbClr val="60C3D6"/>
                </a:solidFill>
                <a:latin typeface="Arial" pitchFamily="34" charset="0"/>
                <a:ea typeface="Arial" pitchFamily="34" charset="-122"/>
                <a:cs typeface="Arial" pitchFamily="34" charset="-120"/>
              </a:rPr>
              <a:t>execution</a:t>
            </a:r>
            <a:endParaRPr lang="en-US" sz="1100" dirty="0"/>
          </a:p>
        </p:txBody>
      </p:sp>
      <p:sp>
        <p:nvSpPr>
          <p:cNvPr id="22" name="Text 20"/>
          <p:cNvSpPr/>
          <p:nvPr/>
        </p:nvSpPr>
        <p:spPr>
          <a:xfrm>
            <a:off x="6858000" y="3584448"/>
            <a:ext cx="1783080" cy="274320"/>
          </a:xfrm>
          <a:prstGeom prst="rect">
            <a:avLst/>
          </a:prstGeom>
          <a:noFill/>
          <a:ln/>
        </p:spPr>
        <p:txBody>
          <a:bodyPr wrap="square" lIns="0" tIns="0" rIns="0" bIns="0" rtlCol="0" anchor="ctr"/>
          <a:lstStyle/>
          <a:p>
            <a:pPr algn="ctr" indent="0" marL="0">
              <a:buNone/>
            </a:pPr>
            <a:r>
              <a:rPr lang="en-US" sz="900" dirty="0">
                <a:solidFill>
                  <a:srgbClr val="6A696D"/>
                </a:solidFill>
                <a:latin typeface="Courier New" pitchFamily="34" charset="0"/>
                <a:ea typeface="Courier New" pitchFamily="34" charset="-122"/>
                <a:cs typeface="Courier New" pitchFamily="34" charset="-120"/>
              </a:rPr>
              <a:t>{siera} + {cards}</a:t>
            </a:r>
            <a:endParaRPr lang="en-US" sz="900" dirty="0"/>
          </a:p>
        </p:txBody>
      </p:sp>
      <p:sp>
        <p:nvSpPr>
          <p:cNvPr id="23" name="Shape 21"/>
          <p:cNvSpPr/>
          <p:nvPr/>
        </p:nvSpPr>
        <p:spPr>
          <a:xfrm>
            <a:off x="4693920" y="3017520"/>
            <a:ext cx="1874520" cy="914400"/>
          </a:xfrm>
          <a:prstGeom prst="roundRect">
            <a:avLst>
              <a:gd name="adj" fmla="val 8000"/>
            </a:avLst>
          </a:prstGeom>
          <a:solidFill>
            <a:srgbClr val="575756"/>
          </a:solidFill>
          <a:ln w="12700">
            <a:solidFill>
              <a:srgbClr val="575756"/>
            </a:solidFill>
            <a:prstDash val="solid"/>
          </a:ln>
        </p:spPr>
      </p:sp>
      <p:sp>
        <p:nvSpPr>
          <p:cNvPr id="24" name="Text 22"/>
          <p:cNvSpPr/>
          <p:nvPr/>
        </p:nvSpPr>
        <p:spPr>
          <a:xfrm>
            <a:off x="4739640" y="3090672"/>
            <a:ext cx="1783080" cy="502920"/>
          </a:xfrm>
          <a:prstGeom prst="rect">
            <a:avLst/>
          </a:prstGeom>
          <a:noFill/>
          <a:ln/>
        </p:spPr>
        <p:txBody>
          <a:bodyPr wrap="square" lIns="0" tIns="0" rIns="0" bIns="0" rtlCol="0" anchor="ctr"/>
          <a:lstStyle/>
          <a:p>
            <a:pPr algn="ctr" indent="0" marL="0">
              <a:buNone/>
            </a:pPr>
            <a:r>
              <a:rPr lang="en-US" sz="1100" b="1" dirty="0">
                <a:solidFill>
                  <a:srgbClr val="CEDB00"/>
                </a:solidFill>
                <a:latin typeface="Arial" pitchFamily="34" charset="0"/>
                <a:ea typeface="Arial" pitchFamily="34" charset="-122"/>
                <a:cs typeface="Arial" pitchFamily="34" charset="-120"/>
              </a:rPr>
              <a:t>ARD</a:t>
            </a:r>
            <a:endParaRPr lang="en-US" sz="1100" dirty="0"/>
          </a:p>
        </p:txBody>
      </p:sp>
      <p:sp>
        <p:nvSpPr>
          <p:cNvPr id="25" name="Text 23"/>
          <p:cNvSpPr/>
          <p:nvPr/>
        </p:nvSpPr>
        <p:spPr>
          <a:xfrm>
            <a:off x="4739640" y="3584448"/>
            <a:ext cx="1783080" cy="274320"/>
          </a:xfrm>
          <a:prstGeom prst="rect">
            <a:avLst/>
          </a:prstGeom>
          <a:noFill/>
          <a:ln/>
        </p:spPr>
        <p:txBody>
          <a:bodyPr wrap="square" lIns="0" tIns="0" rIns="0" bIns="0" rtlCol="0" anchor="ctr"/>
          <a:lstStyle/>
          <a:p>
            <a:pPr algn="ctr" indent="0" marL="0">
              <a:buNone/>
            </a:pPr>
            <a:r>
              <a:rPr lang="en-US" sz="900" dirty="0">
                <a:solidFill>
                  <a:srgbClr val="6A696D"/>
                </a:solidFill>
                <a:latin typeface="Courier New" pitchFamily="34" charset="0"/>
                <a:ea typeface="Courier New" pitchFamily="34" charset="-122"/>
                <a:cs typeface="Courier New" pitchFamily="34" charset="-120"/>
              </a:rPr>
              <a:t>structured results</a:t>
            </a:r>
            <a:endParaRPr lang="en-US" sz="900" dirty="0"/>
          </a:p>
        </p:txBody>
      </p:sp>
      <p:sp>
        <p:nvSpPr>
          <p:cNvPr id="26" name="Shape 24"/>
          <p:cNvSpPr/>
          <p:nvPr/>
        </p:nvSpPr>
        <p:spPr>
          <a:xfrm>
            <a:off x="6614160" y="3474720"/>
            <a:ext cx="152400" cy="0"/>
          </a:xfrm>
          <a:prstGeom prst="line">
            <a:avLst/>
          </a:prstGeom>
          <a:noFill/>
          <a:ln w="25400">
            <a:solidFill>
              <a:srgbClr val="6A696D"/>
            </a:solidFill>
            <a:prstDash val="solid"/>
            <a:headEnd type="triangle"/>
          </a:ln>
        </p:spPr>
      </p:sp>
      <p:sp>
        <p:nvSpPr>
          <p:cNvPr id="27" name="Shape 25"/>
          <p:cNvSpPr/>
          <p:nvPr/>
        </p:nvSpPr>
        <p:spPr>
          <a:xfrm>
            <a:off x="2575560" y="3017520"/>
            <a:ext cx="1874520" cy="914400"/>
          </a:xfrm>
          <a:prstGeom prst="roundRect">
            <a:avLst>
              <a:gd name="adj" fmla="val 8000"/>
            </a:avLst>
          </a:prstGeom>
          <a:solidFill>
            <a:srgbClr val="575756"/>
          </a:solidFill>
          <a:ln w="12700">
            <a:solidFill>
              <a:srgbClr val="575756"/>
            </a:solidFill>
            <a:prstDash val="solid"/>
          </a:ln>
        </p:spPr>
      </p:sp>
      <p:sp>
        <p:nvSpPr>
          <p:cNvPr id="28" name="Text 26"/>
          <p:cNvSpPr/>
          <p:nvPr/>
        </p:nvSpPr>
        <p:spPr>
          <a:xfrm>
            <a:off x="2621280" y="3090672"/>
            <a:ext cx="1783080" cy="502920"/>
          </a:xfrm>
          <a:prstGeom prst="rect">
            <a:avLst/>
          </a:prstGeom>
          <a:noFill/>
          <a:ln/>
        </p:spPr>
        <p:txBody>
          <a:bodyPr wrap="square" lIns="0" tIns="0" rIns="0" bIns="0" rtlCol="0" anchor="ctr"/>
          <a:lstStyle/>
          <a:p>
            <a:pPr algn="ctr" indent="0" marL="0">
              <a:buNone/>
            </a:pPr>
            <a:r>
              <a:rPr lang="en-US" sz="1100" b="1" dirty="0">
                <a:solidFill>
                  <a:srgbClr val="60C3D6"/>
                </a:solidFill>
                <a:latin typeface="Arial" pitchFamily="34" charset="0"/>
                <a:ea typeface="Arial" pitchFamily="34" charset="-122"/>
                <a:cs typeface="Arial" pitchFamily="34" charset="-120"/>
              </a:rPr>
              <a:t>Automated TLF</a:t>
            </a:r>
            <a:endParaRPr lang="en-US" sz="1100" dirty="0"/>
          </a:p>
          <a:p>
            <a:pPr algn="ctr" indent="0" marL="0">
              <a:buNone/>
            </a:pPr>
            <a:r>
              <a:rPr lang="en-US" sz="1100" b="1" dirty="0">
                <a:solidFill>
                  <a:srgbClr val="60C3D6"/>
                </a:solidFill>
                <a:latin typeface="Arial" pitchFamily="34" charset="0"/>
                <a:ea typeface="Arial" pitchFamily="34" charset="-122"/>
                <a:cs typeface="Arial" pitchFamily="34" charset="-120"/>
              </a:rPr>
              <a:t>generation</a:t>
            </a:r>
            <a:endParaRPr lang="en-US" sz="1100" dirty="0"/>
          </a:p>
        </p:txBody>
      </p:sp>
      <p:sp>
        <p:nvSpPr>
          <p:cNvPr id="29" name="Text 27"/>
          <p:cNvSpPr/>
          <p:nvPr/>
        </p:nvSpPr>
        <p:spPr>
          <a:xfrm>
            <a:off x="2621280" y="3584448"/>
            <a:ext cx="1783080" cy="274320"/>
          </a:xfrm>
          <a:prstGeom prst="rect">
            <a:avLst/>
          </a:prstGeom>
          <a:noFill/>
          <a:ln/>
        </p:spPr>
        <p:txBody>
          <a:bodyPr wrap="square" lIns="0" tIns="0" rIns="0" bIns="0" rtlCol="0" anchor="ctr"/>
          <a:lstStyle/>
          <a:p>
            <a:pPr algn="ctr" indent="0" marL="0">
              <a:buNone/>
            </a:pPr>
            <a:r>
              <a:rPr lang="en-US" sz="900" dirty="0">
                <a:solidFill>
                  <a:srgbClr val="6A696D"/>
                </a:solidFill>
                <a:latin typeface="Courier New" pitchFamily="34" charset="0"/>
                <a:ea typeface="Courier New" pitchFamily="34" charset="-122"/>
                <a:cs typeface="Courier New" pitchFamily="34" charset="-120"/>
              </a:rPr>
              <a:t>code + rendering</a:t>
            </a:r>
            <a:endParaRPr lang="en-US" sz="900" dirty="0"/>
          </a:p>
        </p:txBody>
      </p:sp>
      <p:sp>
        <p:nvSpPr>
          <p:cNvPr id="30" name="Shape 28"/>
          <p:cNvSpPr/>
          <p:nvPr/>
        </p:nvSpPr>
        <p:spPr>
          <a:xfrm>
            <a:off x="4495800" y="3474720"/>
            <a:ext cx="152400" cy="0"/>
          </a:xfrm>
          <a:prstGeom prst="line">
            <a:avLst/>
          </a:prstGeom>
          <a:noFill/>
          <a:ln w="25400">
            <a:solidFill>
              <a:srgbClr val="6A696D"/>
            </a:solidFill>
            <a:prstDash val="solid"/>
            <a:headEnd type="triangle"/>
          </a:ln>
        </p:spPr>
      </p:sp>
      <p:sp>
        <p:nvSpPr>
          <p:cNvPr id="31" name="Shape 29"/>
          <p:cNvSpPr/>
          <p:nvPr/>
        </p:nvSpPr>
        <p:spPr>
          <a:xfrm>
            <a:off x="457200" y="3017520"/>
            <a:ext cx="1874520" cy="914400"/>
          </a:xfrm>
          <a:prstGeom prst="roundRect">
            <a:avLst>
              <a:gd name="adj" fmla="val 8000"/>
            </a:avLst>
          </a:prstGeom>
          <a:solidFill>
            <a:srgbClr val="575756"/>
          </a:solidFill>
          <a:ln w="22225">
            <a:solidFill>
              <a:srgbClr val="60C3D6"/>
            </a:solidFill>
            <a:prstDash val="solid"/>
          </a:ln>
        </p:spPr>
      </p:sp>
      <p:sp>
        <p:nvSpPr>
          <p:cNvPr id="32" name="Text 30"/>
          <p:cNvSpPr/>
          <p:nvPr/>
        </p:nvSpPr>
        <p:spPr>
          <a:xfrm>
            <a:off x="502920" y="3090672"/>
            <a:ext cx="178308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Reviewable, reproducible</a:t>
            </a:r>
            <a:endParaRPr lang="en-US" sz="1100" dirty="0"/>
          </a:p>
          <a:p>
            <a:pPr algn="ctr" indent="0" marL="0">
              <a:buNone/>
            </a:pPr>
            <a:r>
              <a:rPr lang="en-US" sz="1100" b="1" dirty="0">
                <a:solidFill>
                  <a:srgbClr val="FFFFFF"/>
                </a:solidFill>
                <a:latin typeface="Arial" pitchFamily="34" charset="0"/>
                <a:ea typeface="Arial" pitchFamily="34" charset="-122"/>
                <a:cs typeface="Arial" pitchFamily="34" charset="-120"/>
              </a:rPr>
              <a:t>clinical outputs</a:t>
            </a:r>
            <a:endParaRPr lang="en-US" sz="1100" dirty="0"/>
          </a:p>
        </p:txBody>
      </p:sp>
      <p:sp>
        <p:nvSpPr>
          <p:cNvPr id="33" name="Text 31"/>
          <p:cNvSpPr/>
          <p:nvPr/>
        </p:nvSpPr>
        <p:spPr>
          <a:xfrm>
            <a:off x="502920" y="3584448"/>
            <a:ext cx="1783080" cy="274320"/>
          </a:xfrm>
          <a:prstGeom prst="rect">
            <a:avLst/>
          </a:prstGeom>
          <a:noFill/>
          <a:ln/>
        </p:spPr>
        <p:txBody>
          <a:bodyPr wrap="square" lIns="0" tIns="0" rIns="0" bIns="0" rtlCol="0" anchor="ctr"/>
          <a:lstStyle/>
          <a:p>
            <a:pPr algn="ctr" indent="0" marL="0">
              <a:buNone/>
            </a:pPr>
            <a:r>
              <a:rPr lang="en-US" sz="900" dirty="0">
                <a:solidFill>
                  <a:srgbClr val="6A696D"/>
                </a:solidFill>
                <a:latin typeface="Courier New" pitchFamily="34" charset="0"/>
                <a:ea typeface="Courier New" pitchFamily="34" charset="-122"/>
                <a:cs typeface="Courier New" pitchFamily="34" charset="-120"/>
              </a:rPr>
              <a:t>TLFs · CSR · submission</a:t>
            </a:r>
            <a:endParaRPr lang="en-US" sz="900" dirty="0"/>
          </a:p>
        </p:txBody>
      </p:sp>
      <p:sp>
        <p:nvSpPr>
          <p:cNvPr id="34" name="Shape 32"/>
          <p:cNvSpPr/>
          <p:nvPr/>
        </p:nvSpPr>
        <p:spPr>
          <a:xfrm>
            <a:off x="2377440" y="3474720"/>
            <a:ext cx="152400" cy="0"/>
          </a:xfrm>
          <a:prstGeom prst="line">
            <a:avLst/>
          </a:prstGeom>
          <a:noFill/>
          <a:ln w="25400">
            <a:solidFill>
              <a:srgbClr val="6A696D"/>
            </a:solidFill>
            <a:prstDash val="solid"/>
            <a:headEnd type="triangle"/>
          </a:ln>
        </p:spPr>
      </p:sp>
      <p:sp>
        <p:nvSpPr>
          <p:cNvPr id="35" name="Shape 33"/>
          <p:cNvSpPr/>
          <p:nvPr/>
        </p:nvSpPr>
        <p:spPr>
          <a:xfrm>
            <a:off x="3499104" y="1143000"/>
            <a:ext cx="1143000" cy="274320"/>
          </a:xfrm>
          <a:prstGeom prst="roundRect">
            <a:avLst>
              <a:gd name="adj" fmla="val 50000"/>
            </a:avLst>
          </a:prstGeom>
          <a:solidFill>
            <a:srgbClr val="632B86"/>
          </a:solidFill>
          <a:ln/>
        </p:spPr>
      </p:sp>
      <p:sp>
        <p:nvSpPr>
          <p:cNvPr id="36" name="Text 34"/>
          <p:cNvSpPr/>
          <p:nvPr/>
        </p:nvSpPr>
        <p:spPr>
          <a:xfrm>
            <a:off x="3499104" y="1143000"/>
            <a:ext cx="1143000"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review intent</a:t>
            </a:r>
            <a:endParaRPr lang="en-US" sz="850" dirty="0"/>
          </a:p>
        </p:txBody>
      </p:sp>
      <p:sp>
        <p:nvSpPr>
          <p:cNvPr id="37" name="Shape 35"/>
          <p:cNvSpPr/>
          <p:nvPr/>
        </p:nvSpPr>
        <p:spPr>
          <a:xfrm>
            <a:off x="7735824" y="1143000"/>
            <a:ext cx="1143000" cy="274320"/>
          </a:xfrm>
          <a:prstGeom prst="roundRect">
            <a:avLst>
              <a:gd name="adj" fmla="val 50000"/>
            </a:avLst>
          </a:prstGeom>
          <a:solidFill>
            <a:srgbClr val="632B86"/>
          </a:solidFill>
          <a:ln/>
        </p:spPr>
      </p:sp>
      <p:sp>
        <p:nvSpPr>
          <p:cNvPr id="38" name="Text 36"/>
          <p:cNvSpPr/>
          <p:nvPr/>
        </p:nvSpPr>
        <p:spPr>
          <a:xfrm>
            <a:off x="7735824" y="1143000"/>
            <a:ext cx="1143000"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review spec</a:t>
            </a:r>
            <a:endParaRPr lang="en-US" sz="850" dirty="0"/>
          </a:p>
        </p:txBody>
      </p:sp>
      <p:sp>
        <p:nvSpPr>
          <p:cNvPr id="39" name="Shape 37"/>
          <p:cNvSpPr/>
          <p:nvPr/>
        </p:nvSpPr>
        <p:spPr>
          <a:xfrm>
            <a:off x="3499104" y="2743200"/>
            <a:ext cx="1143000" cy="274320"/>
          </a:xfrm>
          <a:prstGeom prst="roundRect">
            <a:avLst>
              <a:gd name="adj" fmla="val 50000"/>
            </a:avLst>
          </a:prstGeom>
          <a:solidFill>
            <a:srgbClr val="632B86"/>
          </a:solidFill>
          <a:ln/>
        </p:spPr>
      </p:sp>
      <p:sp>
        <p:nvSpPr>
          <p:cNvPr id="40" name="Text 38"/>
          <p:cNvSpPr/>
          <p:nvPr/>
        </p:nvSpPr>
        <p:spPr>
          <a:xfrm>
            <a:off x="3499104" y="2743200"/>
            <a:ext cx="1143000"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stat review</a:t>
            </a:r>
            <a:endParaRPr lang="en-US" sz="850" dirty="0"/>
          </a:p>
        </p:txBody>
      </p:sp>
      <p:sp>
        <p:nvSpPr>
          <p:cNvPr id="41" name="Shape 39"/>
          <p:cNvSpPr/>
          <p:nvPr/>
        </p:nvSpPr>
        <p:spPr>
          <a:xfrm>
            <a:off x="274320" y="2743200"/>
            <a:ext cx="1143000" cy="274320"/>
          </a:xfrm>
          <a:prstGeom prst="roundRect">
            <a:avLst>
              <a:gd name="adj" fmla="val 50000"/>
            </a:avLst>
          </a:prstGeom>
          <a:solidFill>
            <a:srgbClr val="632B86"/>
          </a:solidFill>
          <a:ln/>
        </p:spPr>
      </p:sp>
      <p:sp>
        <p:nvSpPr>
          <p:cNvPr id="42" name="Text 40"/>
          <p:cNvSpPr/>
          <p:nvPr/>
        </p:nvSpPr>
        <p:spPr>
          <a:xfrm>
            <a:off x="274320" y="2743200"/>
            <a:ext cx="1143000"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QC + sign-off</a:t>
            </a:r>
            <a:endParaRPr lang="en-US" sz="850" dirty="0"/>
          </a:p>
        </p:txBody>
      </p:sp>
      <p:sp>
        <p:nvSpPr>
          <p:cNvPr id="43" name="Shape 41"/>
          <p:cNvSpPr/>
          <p:nvPr/>
        </p:nvSpPr>
        <p:spPr>
          <a:xfrm>
            <a:off x="457200" y="4251960"/>
            <a:ext cx="8229600" cy="566928"/>
          </a:xfrm>
          <a:prstGeom prst="roundRect">
            <a:avLst>
              <a:gd name="adj" fmla="val 12903"/>
            </a:avLst>
          </a:prstGeom>
          <a:solidFill>
            <a:srgbClr val="575756"/>
          </a:solidFill>
          <a:ln/>
        </p:spPr>
      </p:sp>
      <p:sp>
        <p:nvSpPr>
          <p:cNvPr id="44" name="Text 42"/>
          <p:cNvSpPr/>
          <p:nvPr/>
        </p:nvSpPr>
        <p:spPr>
          <a:xfrm>
            <a:off x="658368" y="4251960"/>
            <a:ext cx="7863840" cy="566928"/>
          </a:xfrm>
          <a:prstGeom prst="rect">
            <a:avLst/>
          </a:prstGeom>
          <a:noFill/>
          <a:ln/>
        </p:spPr>
        <p:txBody>
          <a:bodyPr wrap="square" lIns="0" tIns="0" rIns="0" bIns="0" rtlCol="0" anchor="ctr"/>
          <a:lstStyle/>
          <a:p>
            <a:pPr indent="0" marL="0">
              <a:buNone/>
            </a:pPr>
            <a:r>
              <a:rPr lang="en-US" sz="1200" b="1" dirty="0">
                <a:solidFill>
                  <a:srgbClr val="B79BCF"/>
                </a:solidFill>
                <a:latin typeface="Arial" pitchFamily="34" charset="0"/>
                <a:ea typeface="Arial" pitchFamily="34" charset="-122"/>
                <a:cs typeface="Arial" pitchFamily="34" charset="-120"/>
              </a:rPr>
              <a:t>Humans stay where they add value:  </a:t>
            </a:r>
            <a:pPr indent="0" marL="0">
              <a:buNone/>
            </a:pPr>
            <a:r>
              <a:rPr lang="en-US" sz="1200" dirty="0">
                <a:solidFill>
                  <a:srgbClr val="D9DAD6"/>
                </a:solidFill>
                <a:latin typeface="Arial" pitchFamily="34" charset="0"/>
                <a:ea typeface="Arial" pitchFamily="34" charset="-122"/>
                <a:cs typeface="Arial" pitchFamily="34" charset="-120"/>
              </a:rPr>
              <a:t>specification, statistical review, and quality control — the repetitive translation and programming in between is automated.</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name="Slide 20">
    <p:bg>
      <p:bgPr>
        <a:solidFill>
          <a:srgbClr val="004750"/>
        </a:solidFill>
      </p:bgPr>
    </p:bg>
    <p:spTree>
      <p:nvGrpSpPr>
        <p:cNvPr id="1" name=""/>
        <p:cNvGrpSpPr/>
        <p:nvPr/>
      </p:nvGrpSpPr>
      <p:grpSpPr>
        <a:xfrm>
          <a:off x="0" y="0"/>
          <a:ext cx="0" cy="0"/>
          <a:chOff x="0" y="0"/>
          <a:chExt cx="0" cy="0"/>
        </a:xfrm>
      </p:grpSpPr>
      <p:sp>
        <p:nvSpPr>
          <p:cNvPr id="2" name="Text 0"/>
          <p:cNvSpPr/>
          <p:nvPr/>
        </p:nvSpPr>
        <p:spPr>
          <a:xfrm>
            <a:off x="640080" y="411480"/>
            <a:ext cx="7863840" cy="320040"/>
          </a:xfrm>
          <a:prstGeom prst="rect">
            <a:avLst/>
          </a:prstGeom>
          <a:noFill/>
          <a:ln/>
        </p:spPr>
        <p:txBody>
          <a:bodyPr wrap="square" lIns="0" tIns="0" rIns="0" bIns="0" rtlCol="0" anchor="ctr"/>
          <a:lstStyle/>
          <a:p>
            <a:pPr indent="0" marL="0">
              <a:buNone/>
            </a:pPr>
            <a:r>
              <a:rPr lang="en-US" sz="1300" b="1" spc="400" kern="0" dirty="0">
                <a:solidFill>
                  <a:srgbClr val="60C3D6"/>
                </a:solidFill>
                <a:latin typeface="Arial" pitchFamily="34" charset="0"/>
                <a:ea typeface="Arial" pitchFamily="34" charset="-122"/>
                <a:cs typeface="Arial" pitchFamily="34" charset="-120"/>
              </a:rPr>
              <a:t>FINAL TAKEAWAYS</a:t>
            </a:r>
            <a:endParaRPr lang="en-US" sz="1300" dirty="0"/>
          </a:p>
        </p:txBody>
      </p:sp>
      <p:sp>
        <p:nvSpPr>
          <p:cNvPr id="3" name="Shape 1"/>
          <p:cNvSpPr/>
          <p:nvPr/>
        </p:nvSpPr>
        <p:spPr>
          <a:xfrm>
            <a:off x="640080" y="1014984"/>
            <a:ext cx="402336" cy="402336"/>
          </a:xfrm>
          <a:prstGeom prst="ellipse">
            <a:avLst/>
          </a:prstGeom>
          <a:solidFill>
            <a:srgbClr val="128474"/>
          </a:solidFill>
          <a:ln/>
        </p:spPr>
      </p:sp>
      <p:sp>
        <p:nvSpPr>
          <p:cNvPr id="4" name="Text 2"/>
          <p:cNvSpPr/>
          <p:nvPr/>
        </p:nvSpPr>
        <p:spPr>
          <a:xfrm>
            <a:off x="640080" y="1014984"/>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5" name="Text 3"/>
          <p:cNvSpPr/>
          <p:nvPr/>
        </p:nvSpPr>
        <p:spPr>
          <a:xfrm>
            <a:off x="1234440" y="960120"/>
            <a:ext cx="7315200" cy="566928"/>
          </a:xfrm>
          <a:prstGeom prst="rect">
            <a:avLst/>
          </a:prstGeom>
          <a:noFill/>
          <a:ln/>
        </p:spPr>
        <p:txBody>
          <a:bodyPr wrap="square" lIns="0" tIns="0" rIns="0" bIns="0" rtlCol="0" anchor="ctr"/>
          <a:lstStyle/>
          <a:p>
            <a:pPr indent="0" marL="0">
              <a:buNone/>
            </a:pPr>
            <a:r>
              <a:rPr lang="en-US" sz="1400" dirty="0">
                <a:solidFill>
                  <a:srgbClr val="D9DAD6"/>
                </a:solidFill>
                <a:latin typeface="Arial" pitchFamily="34" charset="0"/>
                <a:ea typeface="Arial" pitchFamily="34" charset="-122"/>
                <a:cs typeface="Arial" pitchFamily="34" charset="-120"/>
              </a:rPr>
              <a:t>ARS and ARD give clinical reporting a standardized, traceable, reusable foundation.</a:t>
            </a:r>
            <a:endParaRPr lang="en-US" sz="1400" dirty="0"/>
          </a:p>
        </p:txBody>
      </p:sp>
      <p:sp>
        <p:nvSpPr>
          <p:cNvPr id="6" name="Shape 4"/>
          <p:cNvSpPr/>
          <p:nvPr/>
        </p:nvSpPr>
        <p:spPr>
          <a:xfrm>
            <a:off x="640080" y="1673352"/>
            <a:ext cx="402336" cy="402336"/>
          </a:xfrm>
          <a:prstGeom prst="ellipse">
            <a:avLst/>
          </a:prstGeom>
          <a:solidFill>
            <a:srgbClr val="128474"/>
          </a:solidFill>
          <a:ln/>
        </p:spPr>
      </p:sp>
      <p:sp>
        <p:nvSpPr>
          <p:cNvPr id="7" name="Text 5"/>
          <p:cNvSpPr/>
          <p:nvPr/>
        </p:nvSpPr>
        <p:spPr>
          <a:xfrm>
            <a:off x="640080" y="1673352"/>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8" name="Text 6"/>
          <p:cNvSpPr/>
          <p:nvPr/>
        </p:nvSpPr>
        <p:spPr>
          <a:xfrm>
            <a:off x="1234440" y="1618488"/>
            <a:ext cx="7315200" cy="566928"/>
          </a:xfrm>
          <a:prstGeom prst="rect">
            <a:avLst/>
          </a:prstGeom>
          <a:noFill/>
          <a:ln/>
        </p:spPr>
        <p:txBody>
          <a:bodyPr wrap="square" lIns="0" tIns="0" rIns="0" bIns="0" rtlCol="0" anchor="ctr"/>
          <a:lstStyle/>
          <a:p>
            <a:pPr indent="0" marL="0">
              <a:buNone/>
            </a:pPr>
            <a:r>
              <a:rPr lang="en-US" sz="1400" dirty="0">
                <a:solidFill>
                  <a:srgbClr val="D9DAD6"/>
                </a:solidFill>
                <a:latin typeface="Arial" pitchFamily="34" charset="0"/>
                <a:ea typeface="Arial" pitchFamily="34" charset="-122"/>
                <a:cs typeface="Arial" pitchFamily="34" charset="-120"/>
              </a:rPr>
              <a:t>Annotated shells remain the right starting point — they already capture reporting intent in a familiar form.</a:t>
            </a:r>
            <a:endParaRPr lang="en-US" sz="1400" dirty="0"/>
          </a:p>
        </p:txBody>
      </p:sp>
      <p:sp>
        <p:nvSpPr>
          <p:cNvPr id="9" name="Shape 7"/>
          <p:cNvSpPr/>
          <p:nvPr/>
        </p:nvSpPr>
        <p:spPr>
          <a:xfrm>
            <a:off x="640080" y="2331720"/>
            <a:ext cx="402336" cy="402336"/>
          </a:xfrm>
          <a:prstGeom prst="ellipse">
            <a:avLst/>
          </a:prstGeom>
          <a:solidFill>
            <a:srgbClr val="128474"/>
          </a:solidFill>
          <a:ln/>
        </p:spPr>
      </p:sp>
      <p:sp>
        <p:nvSpPr>
          <p:cNvPr id="10" name="Text 8"/>
          <p:cNvSpPr/>
          <p:nvPr/>
        </p:nvSpPr>
        <p:spPr>
          <a:xfrm>
            <a:off x="640080" y="2331720"/>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1" name="Text 9"/>
          <p:cNvSpPr/>
          <p:nvPr/>
        </p:nvSpPr>
        <p:spPr>
          <a:xfrm>
            <a:off x="1234440" y="2276856"/>
            <a:ext cx="7315200" cy="566928"/>
          </a:xfrm>
          <a:prstGeom prst="rect">
            <a:avLst/>
          </a:prstGeom>
          <a:noFill/>
          <a:ln/>
        </p:spPr>
        <p:txBody>
          <a:bodyPr wrap="square" lIns="0" tIns="0" rIns="0" bIns="0" rtlCol="0" anchor="ctr"/>
          <a:lstStyle/>
          <a:p>
            <a:pPr indent="0" marL="0">
              <a:buNone/>
            </a:pPr>
            <a:r>
              <a:rPr lang="en-US" sz="1400" dirty="0">
                <a:solidFill>
                  <a:srgbClr val="D9DAD6"/>
                </a:solidFill>
                <a:latin typeface="Arial" pitchFamily="34" charset="0"/>
                <a:ea typeface="Arial" pitchFamily="34" charset="-122"/>
                <a:cs typeface="Arial" pitchFamily="34" charset="-120"/>
              </a:rPr>
              <a:t>The key adoption challenge is translating human-readable shells into machine-readable ARS JSON.</a:t>
            </a:r>
            <a:endParaRPr lang="en-US" sz="1400" dirty="0"/>
          </a:p>
        </p:txBody>
      </p:sp>
      <p:sp>
        <p:nvSpPr>
          <p:cNvPr id="12" name="Shape 10"/>
          <p:cNvSpPr/>
          <p:nvPr/>
        </p:nvSpPr>
        <p:spPr>
          <a:xfrm>
            <a:off x="640080" y="2990088"/>
            <a:ext cx="402336" cy="402336"/>
          </a:xfrm>
          <a:prstGeom prst="ellipse">
            <a:avLst/>
          </a:prstGeom>
          <a:solidFill>
            <a:srgbClr val="128474"/>
          </a:solidFill>
          <a:ln/>
        </p:spPr>
      </p:sp>
      <p:sp>
        <p:nvSpPr>
          <p:cNvPr id="13" name="Text 11"/>
          <p:cNvSpPr/>
          <p:nvPr/>
        </p:nvSpPr>
        <p:spPr>
          <a:xfrm>
            <a:off x="640080" y="2990088"/>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14" name="Text 12"/>
          <p:cNvSpPr/>
          <p:nvPr/>
        </p:nvSpPr>
        <p:spPr>
          <a:xfrm>
            <a:off x="1234440" y="2935224"/>
            <a:ext cx="7315200" cy="566928"/>
          </a:xfrm>
          <a:prstGeom prst="rect">
            <a:avLst/>
          </a:prstGeom>
          <a:noFill/>
          <a:ln/>
        </p:spPr>
        <p:txBody>
          <a:bodyPr wrap="square" lIns="0" tIns="0" rIns="0" bIns="0" rtlCol="0" anchor="ctr"/>
          <a:lstStyle/>
          <a:p>
            <a:pPr indent="0" marL="0">
              <a:buNone/>
            </a:pPr>
            <a:r>
              <a:rPr lang="en-US" sz="1400" dirty="0">
                <a:solidFill>
                  <a:srgbClr val="D9DAD6"/>
                </a:solidFill>
                <a:latin typeface="Arial" pitchFamily="34" charset="0"/>
                <a:ea typeface="Arial" pitchFamily="34" charset="-122"/>
                <a:cs typeface="Arial" pitchFamily="34" charset="-120"/>
              </a:rPr>
              <a:t>Tools like {arsbridge} can bridge that gap; {siera} and {cards} can then generate and compute TLF code from the metadata.</a:t>
            </a:r>
            <a:endParaRPr lang="en-US" sz="1400" dirty="0"/>
          </a:p>
        </p:txBody>
      </p:sp>
      <p:sp>
        <p:nvSpPr>
          <p:cNvPr id="15" name="Shape 13"/>
          <p:cNvSpPr/>
          <p:nvPr/>
        </p:nvSpPr>
        <p:spPr>
          <a:xfrm>
            <a:off x="640080" y="3648456"/>
            <a:ext cx="402336" cy="402336"/>
          </a:xfrm>
          <a:prstGeom prst="ellipse">
            <a:avLst/>
          </a:prstGeom>
          <a:solidFill>
            <a:srgbClr val="632B86"/>
          </a:solidFill>
          <a:ln/>
        </p:spPr>
      </p:sp>
      <p:sp>
        <p:nvSpPr>
          <p:cNvPr id="16" name="Text 14"/>
          <p:cNvSpPr/>
          <p:nvPr/>
        </p:nvSpPr>
        <p:spPr>
          <a:xfrm>
            <a:off x="640080" y="3648456"/>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5</a:t>
            </a:r>
            <a:endParaRPr lang="en-US" sz="1600" dirty="0"/>
          </a:p>
        </p:txBody>
      </p:sp>
      <p:sp>
        <p:nvSpPr>
          <p:cNvPr id="17" name="Text 15"/>
          <p:cNvSpPr/>
          <p:nvPr/>
        </p:nvSpPr>
        <p:spPr>
          <a:xfrm>
            <a:off x="1234440" y="3593592"/>
            <a:ext cx="7315200" cy="566928"/>
          </a:xfrm>
          <a:prstGeom prst="rect">
            <a:avLst/>
          </a:prstGeom>
          <a:noFill/>
          <a:ln/>
        </p:spPr>
        <p:txBody>
          <a:bodyPr wrap="square" lIns="0" tIns="0" rIns="0" bIns="0" rtlCol="0" anchor="ctr"/>
          <a:lstStyle/>
          <a:p>
            <a:pPr indent="0" marL="0">
              <a:buNone/>
            </a:pPr>
            <a:r>
              <a:rPr lang="en-US" sz="1400" b="1" dirty="0">
                <a:solidFill>
                  <a:srgbClr val="B79BCF"/>
                </a:solidFill>
                <a:latin typeface="Arial" pitchFamily="34" charset="0"/>
                <a:ea typeface="Arial" pitchFamily="34" charset="-122"/>
                <a:cs typeface="Arial" pitchFamily="34" charset="-120"/>
              </a:rPr>
              <a:t>The goal is not to replace programmers or statisticians — it is to remove repetitive effort so teams focus on quality, interpretation, and review.</a:t>
            </a:r>
            <a:endParaRPr lang="en-US" sz="1400" dirty="0"/>
          </a:p>
        </p:txBody>
      </p:sp>
      <p:sp>
        <p:nvSpPr>
          <p:cNvPr id="18" name="Shape 16"/>
          <p:cNvSpPr/>
          <p:nvPr/>
        </p:nvSpPr>
        <p:spPr>
          <a:xfrm>
            <a:off x="640080" y="4370832"/>
            <a:ext cx="7863840" cy="0"/>
          </a:xfrm>
          <a:prstGeom prst="line">
            <a:avLst/>
          </a:prstGeom>
          <a:noFill/>
          <a:ln w="12700">
            <a:solidFill>
              <a:srgbClr val="575756"/>
            </a:solidFill>
            <a:prstDash val="solid"/>
          </a:ln>
        </p:spPr>
      </p:sp>
      <p:sp>
        <p:nvSpPr>
          <p:cNvPr id="19" name="Text 17"/>
          <p:cNvSpPr/>
          <p:nvPr/>
        </p:nvSpPr>
        <p:spPr>
          <a:xfrm>
            <a:off x="640080" y="4498848"/>
            <a:ext cx="7863840" cy="274320"/>
          </a:xfrm>
          <a:prstGeom prst="rect">
            <a:avLst/>
          </a:prstGeom>
          <a:noFill/>
          <a:ln/>
        </p:spPr>
        <p:txBody>
          <a:bodyPr wrap="square" lIns="0" tIns="0" rIns="0" bIns="0" rtlCol="0" anchor="ctr"/>
          <a:lstStyle/>
          <a:p>
            <a:pPr indent="0" marL="0">
              <a:buNone/>
            </a:pPr>
            <a:r>
              <a:rPr lang="en-US" sz="1050" b="1" dirty="0">
                <a:solidFill>
                  <a:srgbClr val="6A696D"/>
                </a:solidFill>
                <a:latin typeface="Arial" pitchFamily="34" charset="0"/>
                <a:ea typeface="Arial" pitchFamily="34" charset="-122"/>
                <a:cs typeface="Arial" pitchFamily="34" charset="-120"/>
              </a:rPr>
              <a:t>Learn more:  </a:t>
            </a:r>
            <a:pPr indent="0" marL="0">
              <a:buNone/>
            </a:pPr>
            <a:r>
              <a:rPr lang="en-US" sz="1050" dirty="0">
                <a:solidFill>
                  <a:srgbClr val="6A696D"/>
                </a:solidFill>
                <a:latin typeface="Arial" pitchFamily="34" charset="0"/>
                <a:ea typeface="Arial" pitchFamily="34" charset="-122"/>
                <a:cs typeface="Arial" pitchFamily="34" charset="-120"/>
              </a:rPr>
              <a:t>cdisc.org/standards/foundational/analysis-results-standard   ·   github.com/cdisc-org/analysis-results-standard   ·   project repo: ARS_Training</a:t>
            </a:r>
            <a:endParaRPr lang="en-US" sz="1050" dirty="0"/>
          </a:p>
        </p:txBody>
      </p:sp>
      <p:sp>
        <p:nvSpPr>
          <p:cNvPr id="20" name="Text 18"/>
          <p:cNvSpPr/>
          <p:nvPr/>
        </p:nvSpPr>
        <p:spPr>
          <a:xfrm>
            <a:off x="640080" y="4773168"/>
            <a:ext cx="7863840" cy="274320"/>
          </a:xfrm>
          <a:prstGeom prst="rect">
            <a:avLst/>
          </a:prstGeom>
          <a:noFill/>
          <a:ln/>
        </p:spPr>
        <p:txBody>
          <a:bodyPr wrap="square" lIns="0" tIns="0" rIns="0" bIns="0" rtlCol="0" anchor="ctr"/>
          <a:lstStyle/>
          <a:p>
            <a:pPr indent="0" marL="0">
              <a:buNone/>
            </a:pPr>
            <a:r>
              <a:rPr lang="en-US" sz="1200" i="1" dirty="0">
                <a:solidFill>
                  <a:srgbClr val="60C3D6"/>
                </a:solidFill>
                <a:latin typeface="Arial" pitchFamily="34" charset="0"/>
                <a:ea typeface="Arial" pitchFamily="34" charset="-122"/>
                <a:cs typeface="Arial" pitchFamily="34" charset="-120"/>
              </a:rPr>
              <a:t>Thank you — questions welcome.</a:t>
            </a:r>
            <a:endParaRPr lang="en-US" sz="1200" dirty="0"/>
          </a:p>
        </p:txBody>
      </p:sp>
    </p:spTree>
  </p:cSld>
  <p:clrMapOvr>
    <a:masterClrMapping/>
  </p:clrMapOvr>
</p:sld>
</file>

<file path=ppt/theme/theme1.xml><?xml version="1.0" encoding="utf-8"?>
<a:theme xmlns:a="http://schemas.openxmlformats.org/drawingml/2006/main" name="ICON Content Slides">
  <a:themeElements>
    <a:clrScheme name="ICON Brand Colours">
      <a:dk1>
        <a:srgbClr val="575756"/>
      </a:dk1>
      <a:lt1>
        <a:srgbClr val="FFFFFF"/>
      </a:lt1>
      <a:dk2>
        <a:srgbClr val="6A696D"/>
      </a:dk2>
      <a:lt2>
        <a:srgbClr val="CEDB00"/>
      </a:lt2>
      <a:accent1>
        <a:srgbClr val="128474"/>
      </a:accent1>
      <a:accent2>
        <a:srgbClr val="004750"/>
      </a:accent2>
      <a:accent3>
        <a:srgbClr val="60C3D6"/>
      </a:accent3>
      <a:accent4>
        <a:srgbClr val="632B86"/>
      </a:accent4>
      <a:accent5>
        <a:srgbClr val="94D60A"/>
      </a:accent5>
      <a:accent6>
        <a:srgbClr val="1790D0"/>
      </a:accent6>
      <a:hlink>
        <a:srgbClr val="128474"/>
      </a:hlink>
      <a:folHlink>
        <a:srgbClr val="6A696D"/>
      </a:folHlink>
    </a:clrScheme>
    <a:fontScheme name="ICON">
      <a:majorFont>
        <a:latin typeface="Arial"/>
        <a:ea typeface=""/>
        <a:cs typeface=""/>
      </a:majorFont>
      <a:minorFont>
        <a:latin typeface="Arial"/>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emplateUrl xmlns="http://schemas.microsoft.com/sharepoint/v3" xsi:nil="true"/>
    <xd_ProgID xmlns="http://schemas.microsoft.com/sharepoint/v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Icon.MyIcon.SiteDefinition - DocumentContentType" ma:contentTypeID="0x0101008428A112CF7447BE926CFBA97B592A3B007490784C8DD0734590AC1D89A5E9E278" ma:contentTypeVersion="0" ma:contentTypeDescription="My Content Type" ma:contentTypeScope="" ma:versionID="99481cbbe5433129457279795554dbdf">
  <xsd:schema xmlns:xsd="http://www.w3.org/2001/XMLSchema" xmlns:xs="http://www.w3.org/2001/XMLSchema" xmlns:p="http://schemas.microsoft.com/office/2006/metadata/properties" xmlns:ns1="http://schemas.microsoft.com/sharepoint/v3" targetNamespace="http://schemas.microsoft.com/office/2006/metadata/properties" ma:root="true" ma:fieldsID="654b565238ed587c3fa1b934f61798e4" ns1:_="">
    <xsd:import namespace="http://schemas.microsoft.com/sharepoint/v3"/>
    <xsd:element name="properties">
      <xsd:complexType>
        <xsd:sequence>
          <xsd:element name="documentManagement">
            <xsd:complexType>
              <xsd:all>
                <xsd:element ref="ns1:TemplateUrl" minOccurs="0"/>
                <xsd:element ref="ns1:xd_ProgID" minOccurs="0"/>
                <xsd:element ref="ns1:xd_Signatur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TemplateUrl" ma:index="8" nillable="true" ma:displayName="Template Link" ma:hidden="true" ma:internalName="TemplateUrl">
      <xsd:simpleType>
        <xsd:restriction base="dms:Text"/>
      </xsd:simpleType>
    </xsd:element>
    <xsd:element name="xd_ProgID" ma:index="9" nillable="true" ma:displayName="HTML File Link" ma:hidden="true" ma:internalName="xd_ProgID">
      <xsd:simpleType>
        <xsd:restriction base="dms:Text"/>
      </xsd:simpleType>
    </xsd:element>
    <xsd:element name="xd_Signature" ma:index="10" nillable="true" ma:displayName="Is Signed" ma:hidden="true" ma:internalName="xd_Signature" ma:readOnly="tru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496A79D-AFCC-40F5-A867-C1C9B1F1040F}">
  <ds:schemaRefs>
    <ds:schemaRef ds:uri="http://schemas.openxmlformats.org/package/2006/metadata/core-properties"/>
    <ds:schemaRef ds:uri="http://schemas.microsoft.com/office/2006/metadata/properties"/>
    <ds:schemaRef ds:uri="http://schemas.microsoft.com/office/2006/documentManagement/types"/>
    <ds:schemaRef ds:uri="http://www.w3.org/XML/1998/namespace"/>
    <ds:schemaRef ds:uri="http://purl.org/dc/terms/"/>
    <ds:schemaRef ds:uri="http://purl.org/dc/dcmitype/"/>
    <ds:schemaRef ds:uri="http://schemas.microsoft.com/office/infopath/2007/PartnerControls"/>
    <ds:schemaRef ds:uri="http://schemas.microsoft.com/sharepoint/v3"/>
    <ds:schemaRef ds:uri="http://purl.org/dc/elements/1.1/"/>
  </ds:schemaRefs>
</ds:datastoreItem>
</file>

<file path=customXml/itemProps2.xml><?xml version="1.0" encoding="utf-8"?>
<ds:datastoreItem xmlns:ds="http://schemas.openxmlformats.org/officeDocument/2006/customXml" ds:itemID="{99CC0106-AD01-40F9-9E85-8443F90566A6}">
  <ds:schemaRefs>
    <ds:schemaRef ds:uri="http://schemas.microsoft.com/sharepoint/v3/contenttype/forms"/>
  </ds:schemaRefs>
</ds:datastoreItem>
</file>

<file path=customXml/itemProps3.xml><?xml version="1.0" encoding="utf-8"?>
<ds:datastoreItem xmlns:ds="http://schemas.openxmlformats.org/officeDocument/2006/customXml" ds:itemID="{F5B93A8E-9175-4077-816F-AD63CE95566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6009</TotalTime>
  <Words>4</Words>
  <Application>Microsoft Office PowerPoint</Application>
  <PresentationFormat>On-screen Show (16:9)</PresentationFormat>
  <Paragraphs>4</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ElsevierGulliver</vt:lpstr>
      <vt:lpstr>Google Sans</vt:lpstr>
      <vt:lpstr>ICON Content Slides</vt:lpstr>
      <vt:lpstr>title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Master PPT Template 4MB</dc:title>
  <dc:creator>Megan Robinson</dc:creator>
  <cp:lastModifiedBy>Tavakoli, Hamid</cp:lastModifiedBy>
  <cp:revision>227</cp:revision>
  <dcterms:created xsi:type="dcterms:W3CDTF">2015-12-22T10:09:08Z</dcterms:created>
  <dcterms:modified xsi:type="dcterms:W3CDTF">2026-07-06T21:18:24Z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0x0101008428A112CF7447BE926CFBA97B592A3B007490784C8DD0734590AC1D89A5E9E278</vt:lpwstr>
  </property>
  <property fmtid="{D5CDD505-2E9C-101B-9397-08002B2CF9AE}" pid="3" name="MSIP_Label_898e16e8-c07a-4d54-b613-7ba52508ca4b_Enabled">
    <vt:lpwstr>true</vt:lpwstr>
  </property>
  <property fmtid="{D5CDD505-2E9C-101B-9397-08002B2CF9AE}" pid="4" name="MSIP_Label_898e16e8-c07a-4d54-b613-7ba52508ca4b_SetDate">
    <vt:lpwstr>2025-10-30T12:42:39Z</vt:lpwstr>
  </property>
  <property fmtid="{D5CDD505-2E9C-101B-9397-08002B2CF9AE}" pid="5" name="MSIP_Label_898e16e8-c07a-4d54-b613-7ba52508ca4b_Method">
    <vt:lpwstr>Standard</vt:lpwstr>
  </property>
  <property fmtid="{D5CDD505-2E9C-101B-9397-08002B2CF9AE}" pid="6" name="MSIP_Label_898e16e8-c07a-4d54-b613-7ba52508ca4b_Name">
    <vt:lpwstr>Restricted – Any Recipient</vt:lpwstr>
  </property>
  <property fmtid="{D5CDD505-2E9C-101B-9397-08002B2CF9AE}" pid="7" name="MSIP_Label_898e16e8-c07a-4d54-b613-7ba52508ca4b_SiteId">
    <vt:lpwstr>06fe4af5-9412-436c-acdb-444ee0010489</vt:lpwstr>
  </property>
  <property fmtid="{D5CDD505-2E9C-101B-9397-08002B2CF9AE}" pid="8" name="MSIP_Label_898e16e8-c07a-4d54-b613-7ba52508ca4b_ActionId">
    <vt:lpwstr>70c2364f-3ecd-4288-8f4b-9ae4b554224c</vt:lpwstr>
  </property>
  <property fmtid="{D5CDD505-2E9C-101B-9397-08002B2CF9AE}" pid="9" name="MSIP_Label_898e16e8-c07a-4d54-b613-7ba52508ca4b_ContentBits">
    <vt:lpwstr>0</vt:lpwstr>
  </property>
  <property fmtid="{D5CDD505-2E9C-101B-9397-08002B2CF9AE}" pid="10" name="MSIP_Label_898e16e8-c07a-4d54-b613-7ba52508ca4b_Tag">
    <vt:lpwstr>10, 1, 2, 1</vt:lpwstr>
  </property>
</Properties>
</file>